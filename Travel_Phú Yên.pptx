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85" r:id="rId5"/>
    <p:sldId id="262" r:id="rId6"/>
    <p:sldId id="279" r:id="rId7"/>
    <p:sldId id="288" r:id="rId8"/>
    <p:sldId id="271" r:id="rId9"/>
  </p:sldIdLst>
  <p:sldSz cx="12192000" cy="6858000"/>
  <p:notesSz cx="6858000" cy="9144000"/>
  <p:embeddedFontLst>
    <p:embeddedFont>
      <p:font typeface="#9Slide02 Noi dung dai" panose="02000000000000000000" pitchFamily="2" charset="0"/>
      <p:regular r:id="rId10"/>
    </p:embeddedFont>
    <p:embeddedFont>
      <p:font typeface="#9Slide02 Tieu de dai" panose="02000000000000000000" pitchFamily="2" charset="0"/>
      <p:bold r:id="rId11"/>
    </p:embeddedFont>
    <p:embeddedFont>
      <p:font typeface="#9Slide02 Tieu de rat dai 02" panose="020B0606020202050201" pitchFamily="34" charset="0"/>
      <p:bold r:id="rId12"/>
    </p:embeddedFont>
    <p:embeddedFont>
      <p:font typeface="#9Slide03 IcielUni Sans Heavy" panose="00000500000000000000" pitchFamily="2" charset="0"/>
      <p:bold r:id="rId13"/>
    </p:embeddedFont>
    <p:embeddedFont>
      <p:font typeface="#9Slide05 FS P22 Marcel " panose="020000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0927" autoAdjust="0"/>
  </p:normalViewPr>
  <p:slideViewPr>
    <p:cSldViewPr showGuides="1">
      <p:cViewPr varScale="1">
        <p:scale>
          <a:sx n="71" d="100"/>
          <a:sy n="71" d="100"/>
        </p:scale>
        <p:origin x="514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04DA77-0714-4226-8456-DE0FB00C8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8689CE-C57C-4CCE-B5D7-91A284CB1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0DF66-3D9B-4E31-B419-8D199F94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6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A372-E784-4489-91B1-EB5F9893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E1B435-934F-44C4-8F1B-EC379BCB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BAE6C-C81A-448F-810E-8201A0E7D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8452A-D52B-4D53-AA70-42F3E1B91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87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6A006-59DD-41EF-BB59-5CF0A5B0F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CF5D0-5E86-4B07-82F0-4706674B4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2F55C-8EFE-4A66-9DB3-D0CB88777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38045-8612-4FFC-BF9F-64FB98C8E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15B52-8190-4B2D-852C-B23A268AE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02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2C063-6317-449C-A341-883F2682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53C2C5-1069-41AD-AB8E-A272B5F74D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5F9C6-7A1E-4BB1-8382-AF2048FA9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CF1DA-3491-456F-B971-C43EFCD21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613E6-C32A-4783-9219-260167E5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57CA7-22C9-4637-98D5-45CB81C4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03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5C8BC-CF44-4FCD-ACB9-6C06E1FD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26985-A785-4717-80AD-9B8D8F5B8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5A630-F12E-492E-A3AD-AE8A23606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2166-B6AA-4084-B4D7-069DDC98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20EA2-78ED-4391-B2FB-25000FDBC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3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9Slide.vn - 2019">
            <a:extLst>
              <a:ext uri="{FF2B5EF4-FFF2-40B4-BE49-F238E27FC236}">
                <a16:creationId xmlns:a16="http://schemas.microsoft.com/office/drawing/2014/main" id="{1CE0E3E3-9B84-DEFC-3ED5-2B0724623802}"/>
              </a:ext>
            </a:extLst>
          </p:cNvPr>
          <p:cNvSpPr txBox="1"/>
          <p:nvPr userDrawn="1"/>
        </p:nvSpPr>
        <p:spPr>
          <a:xfrm>
            <a:off x="0" y="-2642632"/>
            <a:ext cx="12192000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2400">
                <a:solidFill>
                  <a:srgbClr val="CFCFCF"/>
                </a:solidFill>
              </a:rPr>
              <a:t>www.9slide.vn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CB0E7E-7BDA-4369-B06E-95E5B313A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2DE87-7D95-4722-9EE5-248D158C7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0A038-BC78-4ECC-BEFF-CCB515E48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B9EE9-F3BF-4B40-83E7-C9BC68FDDB0E}" type="datetimeFigureOut">
              <a:rPr lang="en-US" smtClean="0"/>
              <a:t>9/14/2024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CDB14-4F91-4B5C-8ACA-1B5E7E69B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0118F-80C4-4861-A4D3-A50D382E7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0CE00B-B040-4546-AF5D-EEF96AA126B0}"/>
              </a:ext>
            </a:extLst>
          </p:cNvPr>
          <p:cNvGrpSpPr>
            <a:grpSpLocks noGrp="1" noSelect="1" noRot="1" noMove="1" noResize="1"/>
          </p:cNvGrpSpPr>
          <p:nvPr userDrawn="1">
            <p:custDataLst>
              <p:tags r:id="rId7"/>
            </p:custDataLst>
          </p:nvPr>
        </p:nvGrpSpPr>
        <p:grpSpPr>
          <a:xfrm>
            <a:off x="-2202100" y="-2224223"/>
            <a:ext cx="16596200" cy="11284323"/>
            <a:chOff x="-2202100" y="-2224223"/>
            <a:chExt cx="16596200" cy="1128432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A423BDB-6737-4700-9989-01683A4147DA}"/>
                </a:ext>
              </a:extLst>
            </p:cNvPr>
            <p:cNvSpPr/>
            <p:nvPr/>
          </p:nvSpPr>
          <p:spPr>
            <a:xfrm>
              <a:off x="4851540" y="8494776"/>
              <a:ext cx="2488920" cy="565324"/>
            </a:xfrm>
            <a:prstGeom prst="rect">
              <a:avLst/>
            </a:prstGeom>
            <a:noFill/>
            <a:ln w="2159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1E50D3-44ED-477F-84FB-1E24BC65ED8F}"/>
                </a:ext>
              </a:extLst>
            </p:cNvPr>
            <p:cNvSpPr txBox="1"/>
            <p:nvPr/>
          </p:nvSpPr>
          <p:spPr>
            <a:xfrm>
              <a:off x="5006988" y="8647176"/>
              <a:ext cx="2178025" cy="260524"/>
            </a:xfrm>
            <a:custGeom>
              <a:avLst/>
              <a:gdLst/>
              <a:ahLst/>
              <a:cxnLst/>
              <a:rect l="l" t="t" r="r" b="b"/>
              <a:pathLst>
                <a:path w="2178025" h="260524">
                  <a:moveTo>
                    <a:pt x="1807648" y="222182"/>
                  </a:moveTo>
                  <a:cubicBezTo>
                    <a:pt x="1814010" y="222182"/>
                    <a:pt x="1818838" y="223968"/>
                    <a:pt x="1822130" y="227540"/>
                  </a:cubicBezTo>
                  <a:cubicBezTo>
                    <a:pt x="1825423" y="231111"/>
                    <a:pt x="1827070" y="235576"/>
                    <a:pt x="1827070" y="240934"/>
                  </a:cubicBezTo>
                  <a:cubicBezTo>
                    <a:pt x="1827070" y="246069"/>
                    <a:pt x="1825423" y="250366"/>
                    <a:pt x="1822130" y="253826"/>
                  </a:cubicBezTo>
                  <a:cubicBezTo>
                    <a:pt x="1818838" y="257287"/>
                    <a:pt x="1814010" y="259017"/>
                    <a:pt x="1807648" y="259017"/>
                  </a:cubicBezTo>
                  <a:cubicBezTo>
                    <a:pt x="1801285" y="259017"/>
                    <a:pt x="1796513" y="257287"/>
                    <a:pt x="1793332" y="253826"/>
                  </a:cubicBezTo>
                  <a:cubicBezTo>
                    <a:pt x="1790151" y="250366"/>
                    <a:pt x="1788560" y="246069"/>
                    <a:pt x="1788560" y="240934"/>
                  </a:cubicBezTo>
                  <a:cubicBezTo>
                    <a:pt x="1788560" y="235576"/>
                    <a:pt x="1790151" y="231111"/>
                    <a:pt x="1793332" y="227540"/>
                  </a:cubicBezTo>
                  <a:cubicBezTo>
                    <a:pt x="1796513" y="223968"/>
                    <a:pt x="1801285" y="222182"/>
                    <a:pt x="1807648" y="222182"/>
                  </a:cubicBezTo>
                  <a:close/>
                  <a:moveTo>
                    <a:pt x="807523" y="222182"/>
                  </a:moveTo>
                  <a:cubicBezTo>
                    <a:pt x="813885" y="222182"/>
                    <a:pt x="818713" y="223968"/>
                    <a:pt x="822005" y="227540"/>
                  </a:cubicBezTo>
                  <a:cubicBezTo>
                    <a:pt x="825298" y="231111"/>
                    <a:pt x="826945" y="235576"/>
                    <a:pt x="826945" y="240934"/>
                  </a:cubicBezTo>
                  <a:cubicBezTo>
                    <a:pt x="826945" y="246069"/>
                    <a:pt x="825298" y="250366"/>
                    <a:pt x="822005" y="253826"/>
                  </a:cubicBezTo>
                  <a:cubicBezTo>
                    <a:pt x="818713" y="257287"/>
                    <a:pt x="813885" y="259017"/>
                    <a:pt x="807523" y="259017"/>
                  </a:cubicBezTo>
                  <a:cubicBezTo>
                    <a:pt x="801160" y="259017"/>
                    <a:pt x="796388" y="257287"/>
                    <a:pt x="793207" y="253826"/>
                  </a:cubicBezTo>
                  <a:cubicBezTo>
                    <a:pt x="790026" y="250366"/>
                    <a:pt x="788435" y="246069"/>
                    <a:pt x="788435" y="240934"/>
                  </a:cubicBezTo>
                  <a:cubicBezTo>
                    <a:pt x="788435" y="235576"/>
                    <a:pt x="790026" y="231111"/>
                    <a:pt x="793207" y="227540"/>
                  </a:cubicBezTo>
                  <a:cubicBezTo>
                    <a:pt x="796388" y="223968"/>
                    <a:pt x="801160" y="222182"/>
                    <a:pt x="807523" y="222182"/>
                  </a:cubicBezTo>
                  <a:close/>
                  <a:moveTo>
                    <a:pt x="1488076" y="98952"/>
                  </a:moveTo>
                  <a:cubicBezTo>
                    <a:pt x="1472896" y="98952"/>
                    <a:pt x="1461064" y="104812"/>
                    <a:pt x="1452581" y="116532"/>
                  </a:cubicBezTo>
                  <a:cubicBezTo>
                    <a:pt x="1444098" y="128253"/>
                    <a:pt x="1439856" y="145610"/>
                    <a:pt x="1439856" y="168604"/>
                  </a:cubicBezTo>
                  <a:cubicBezTo>
                    <a:pt x="1439856" y="189142"/>
                    <a:pt x="1444098" y="205215"/>
                    <a:pt x="1452581" y="216824"/>
                  </a:cubicBezTo>
                  <a:cubicBezTo>
                    <a:pt x="1461064" y="228433"/>
                    <a:pt x="1472784" y="234237"/>
                    <a:pt x="1487741" y="234237"/>
                  </a:cubicBezTo>
                  <a:cubicBezTo>
                    <a:pt x="1507387" y="234237"/>
                    <a:pt x="1521730" y="225419"/>
                    <a:pt x="1530771" y="207783"/>
                  </a:cubicBezTo>
                  <a:lnTo>
                    <a:pt x="1530771" y="124569"/>
                  </a:lnTo>
                  <a:cubicBezTo>
                    <a:pt x="1521507" y="107491"/>
                    <a:pt x="1507275" y="98952"/>
                    <a:pt x="1488076" y="98952"/>
                  </a:cubicBezTo>
                  <a:close/>
                  <a:moveTo>
                    <a:pt x="1678241" y="98115"/>
                  </a:moveTo>
                  <a:cubicBezTo>
                    <a:pt x="1665740" y="98115"/>
                    <a:pt x="1655248" y="102663"/>
                    <a:pt x="1646764" y="111761"/>
                  </a:cubicBezTo>
                  <a:cubicBezTo>
                    <a:pt x="1638281" y="120858"/>
                    <a:pt x="1633035" y="133610"/>
                    <a:pt x="1631026" y="150019"/>
                  </a:cubicBezTo>
                  <a:lnTo>
                    <a:pt x="1721774" y="150019"/>
                  </a:lnTo>
                  <a:lnTo>
                    <a:pt x="1721774" y="147675"/>
                  </a:lnTo>
                  <a:cubicBezTo>
                    <a:pt x="1720881" y="131936"/>
                    <a:pt x="1716639" y="119742"/>
                    <a:pt x="1709049" y="111091"/>
                  </a:cubicBezTo>
                  <a:cubicBezTo>
                    <a:pt x="1701459" y="102440"/>
                    <a:pt x="1691190" y="98115"/>
                    <a:pt x="1678241" y="98115"/>
                  </a:cubicBezTo>
                  <a:close/>
                  <a:moveTo>
                    <a:pt x="1855700" y="76014"/>
                  </a:moveTo>
                  <a:lnTo>
                    <a:pt x="1887345" y="76014"/>
                  </a:lnTo>
                  <a:lnTo>
                    <a:pt x="1933389" y="215150"/>
                  </a:lnTo>
                  <a:lnTo>
                    <a:pt x="1978260" y="76014"/>
                  </a:lnTo>
                  <a:lnTo>
                    <a:pt x="2009905" y="76014"/>
                  </a:lnTo>
                  <a:lnTo>
                    <a:pt x="1944941" y="257175"/>
                  </a:lnTo>
                  <a:lnTo>
                    <a:pt x="1921334" y="257175"/>
                  </a:lnTo>
                  <a:close/>
                  <a:moveTo>
                    <a:pt x="1333370" y="76014"/>
                  </a:moveTo>
                  <a:lnTo>
                    <a:pt x="1364344" y="76014"/>
                  </a:lnTo>
                  <a:lnTo>
                    <a:pt x="1364344" y="257175"/>
                  </a:lnTo>
                  <a:lnTo>
                    <a:pt x="1333370" y="257175"/>
                  </a:lnTo>
                  <a:close/>
                  <a:moveTo>
                    <a:pt x="514350" y="76014"/>
                  </a:moveTo>
                  <a:lnTo>
                    <a:pt x="545157" y="76014"/>
                  </a:lnTo>
                  <a:lnTo>
                    <a:pt x="580820" y="211634"/>
                  </a:lnTo>
                  <a:lnTo>
                    <a:pt x="623013" y="76014"/>
                  </a:lnTo>
                  <a:lnTo>
                    <a:pt x="647960" y="76014"/>
                  </a:lnTo>
                  <a:lnTo>
                    <a:pt x="690990" y="214480"/>
                  </a:lnTo>
                  <a:lnTo>
                    <a:pt x="725816" y="76014"/>
                  </a:lnTo>
                  <a:lnTo>
                    <a:pt x="756791" y="76014"/>
                  </a:lnTo>
                  <a:lnTo>
                    <a:pt x="704050" y="257175"/>
                  </a:lnTo>
                  <a:lnTo>
                    <a:pt x="678935" y="257175"/>
                  </a:lnTo>
                  <a:lnTo>
                    <a:pt x="634901" y="119881"/>
                  </a:lnTo>
                  <a:lnTo>
                    <a:pt x="592038" y="257175"/>
                  </a:lnTo>
                  <a:lnTo>
                    <a:pt x="566923" y="257175"/>
                  </a:lnTo>
                  <a:close/>
                  <a:moveTo>
                    <a:pt x="257175" y="76014"/>
                  </a:moveTo>
                  <a:lnTo>
                    <a:pt x="287982" y="76014"/>
                  </a:lnTo>
                  <a:lnTo>
                    <a:pt x="323645" y="211634"/>
                  </a:lnTo>
                  <a:lnTo>
                    <a:pt x="365838" y="76014"/>
                  </a:lnTo>
                  <a:lnTo>
                    <a:pt x="390785" y="76014"/>
                  </a:lnTo>
                  <a:lnTo>
                    <a:pt x="433815" y="214480"/>
                  </a:lnTo>
                  <a:lnTo>
                    <a:pt x="468641" y="76014"/>
                  </a:lnTo>
                  <a:lnTo>
                    <a:pt x="499616" y="76014"/>
                  </a:lnTo>
                  <a:lnTo>
                    <a:pt x="446875" y="257175"/>
                  </a:lnTo>
                  <a:lnTo>
                    <a:pt x="421760" y="257175"/>
                  </a:lnTo>
                  <a:lnTo>
                    <a:pt x="377726" y="119881"/>
                  </a:lnTo>
                  <a:lnTo>
                    <a:pt x="334863" y="257175"/>
                  </a:lnTo>
                  <a:lnTo>
                    <a:pt x="309748" y="257175"/>
                  </a:lnTo>
                  <a:close/>
                  <a:moveTo>
                    <a:pt x="0" y="76014"/>
                  </a:moveTo>
                  <a:lnTo>
                    <a:pt x="30807" y="76014"/>
                  </a:lnTo>
                  <a:lnTo>
                    <a:pt x="66470" y="211634"/>
                  </a:lnTo>
                  <a:lnTo>
                    <a:pt x="108663" y="76014"/>
                  </a:lnTo>
                  <a:lnTo>
                    <a:pt x="133610" y="76014"/>
                  </a:lnTo>
                  <a:lnTo>
                    <a:pt x="176640" y="214480"/>
                  </a:lnTo>
                  <a:lnTo>
                    <a:pt x="211466" y="76014"/>
                  </a:lnTo>
                  <a:lnTo>
                    <a:pt x="242441" y="76014"/>
                  </a:lnTo>
                  <a:lnTo>
                    <a:pt x="189700" y="257175"/>
                  </a:lnTo>
                  <a:lnTo>
                    <a:pt x="164585" y="257175"/>
                  </a:lnTo>
                  <a:lnTo>
                    <a:pt x="120551" y="119881"/>
                  </a:lnTo>
                  <a:lnTo>
                    <a:pt x="77688" y="257175"/>
                  </a:lnTo>
                  <a:lnTo>
                    <a:pt x="52573" y="257175"/>
                  </a:lnTo>
                  <a:close/>
                  <a:moveTo>
                    <a:pt x="2120094" y="72666"/>
                  </a:moveTo>
                  <a:cubicBezTo>
                    <a:pt x="2158380" y="72666"/>
                    <a:pt x="2177690" y="94264"/>
                    <a:pt x="2178025" y="137461"/>
                  </a:cubicBezTo>
                  <a:lnTo>
                    <a:pt x="2178025" y="257175"/>
                  </a:lnTo>
                  <a:lnTo>
                    <a:pt x="2147050" y="257175"/>
                  </a:lnTo>
                  <a:lnTo>
                    <a:pt x="2147050" y="137294"/>
                  </a:lnTo>
                  <a:cubicBezTo>
                    <a:pt x="2146938" y="124234"/>
                    <a:pt x="2143953" y="114579"/>
                    <a:pt x="2138092" y="108328"/>
                  </a:cubicBezTo>
                  <a:cubicBezTo>
                    <a:pt x="2132232" y="102077"/>
                    <a:pt x="2123107" y="98952"/>
                    <a:pt x="2110717" y="98952"/>
                  </a:cubicBezTo>
                  <a:cubicBezTo>
                    <a:pt x="2100671" y="98952"/>
                    <a:pt x="2091853" y="101631"/>
                    <a:pt x="2084263" y="106989"/>
                  </a:cubicBezTo>
                  <a:cubicBezTo>
                    <a:pt x="2076673" y="112347"/>
                    <a:pt x="2070757" y="119379"/>
                    <a:pt x="2066515" y="128085"/>
                  </a:cubicBezTo>
                  <a:lnTo>
                    <a:pt x="2066515" y="257175"/>
                  </a:lnTo>
                  <a:lnTo>
                    <a:pt x="2035541" y="257175"/>
                  </a:lnTo>
                  <a:lnTo>
                    <a:pt x="2035541" y="76014"/>
                  </a:lnTo>
                  <a:lnTo>
                    <a:pt x="2064841" y="76014"/>
                  </a:lnTo>
                  <a:lnTo>
                    <a:pt x="2065846" y="98785"/>
                  </a:lnTo>
                  <a:cubicBezTo>
                    <a:pt x="2079687" y="81372"/>
                    <a:pt x="2097769" y="72666"/>
                    <a:pt x="2120094" y="72666"/>
                  </a:cubicBezTo>
                  <a:close/>
                  <a:moveTo>
                    <a:pt x="1678241" y="72666"/>
                  </a:moveTo>
                  <a:cubicBezTo>
                    <a:pt x="1701794" y="72666"/>
                    <a:pt x="1720099" y="80423"/>
                    <a:pt x="1733159" y="95938"/>
                  </a:cubicBezTo>
                  <a:cubicBezTo>
                    <a:pt x="1746219" y="111454"/>
                    <a:pt x="1752749" y="133666"/>
                    <a:pt x="1752749" y="162576"/>
                  </a:cubicBezTo>
                  <a:lnTo>
                    <a:pt x="1752749" y="175468"/>
                  </a:lnTo>
                  <a:lnTo>
                    <a:pt x="1630021" y="175468"/>
                  </a:lnTo>
                  <a:cubicBezTo>
                    <a:pt x="1630468" y="193328"/>
                    <a:pt x="1635686" y="207755"/>
                    <a:pt x="1645676" y="218749"/>
                  </a:cubicBezTo>
                  <a:cubicBezTo>
                    <a:pt x="1655666" y="229744"/>
                    <a:pt x="1668363" y="235241"/>
                    <a:pt x="1683767" y="235241"/>
                  </a:cubicBezTo>
                  <a:cubicBezTo>
                    <a:pt x="1694706" y="235241"/>
                    <a:pt x="1703970" y="233009"/>
                    <a:pt x="1711560" y="228544"/>
                  </a:cubicBezTo>
                  <a:cubicBezTo>
                    <a:pt x="1719151" y="224079"/>
                    <a:pt x="1725792" y="218163"/>
                    <a:pt x="1731485" y="210796"/>
                  </a:cubicBezTo>
                  <a:lnTo>
                    <a:pt x="1750405" y="225530"/>
                  </a:lnTo>
                  <a:cubicBezTo>
                    <a:pt x="1735224" y="248859"/>
                    <a:pt x="1712453" y="260524"/>
                    <a:pt x="1682092" y="260524"/>
                  </a:cubicBezTo>
                  <a:cubicBezTo>
                    <a:pt x="1657536" y="260524"/>
                    <a:pt x="1637556" y="252459"/>
                    <a:pt x="1622152" y="236330"/>
                  </a:cubicBezTo>
                  <a:cubicBezTo>
                    <a:pt x="1606748" y="220201"/>
                    <a:pt x="1599046" y="198630"/>
                    <a:pt x="1599046" y="171617"/>
                  </a:cubicBezTo>
                  <a:lnTo>
                    <a:pt x="1599046" y="165925"/>
                  </a:lnTo>
                  <a:cubicBezTo>
                    <a:pt x="1599046" y="147954"/>
                    <a:pt x="1602479" y="131908"/>
                    <a:pt x="1609343" y="117788"/>
                  </a:cubicBezTo>
                  <a:cubicBezTo>
                    <a:pt x="1616208" y="103668"/>
                    <a:pt x="1625807" y="92618"/>
                    <a:pt x="1638142" y="84637"/>
                  </a:cubicBezTo>
                  <a:cubicBezTo>
                    <a:pt x="1650476" y="76656"/>
                    <a:pt x="1663842" y="72666"/>
                    <a:pt x="1678241" y="72666"/>
                  </a:cubicBezTo>
                  <a:close/>
                  <a:moveTo>
                    <a:pt x="1129624" y="72666"/>
                  </a:moveTo>
                  <a:cubicBezTo>
                    <a:pt x="1150162" y="72666"/>
                    <a:pt x="1166822" y="77968"/>
                    <a:pt x="1179602" y="88572"/>
                  </a:cubicBezTo>
                  <a:cubicBezTo>
                    <a:pt x="1192383" y="99175"/>
                    <a:pt x="1198773" y="112737"/>
                    <a:pt x="1198773" y="129257"/>
                  </a:cubicBezTo>
                  <a:lnTo>
                    <a:pt x="1167631" y="129257"/>
                  </a:lnTo>
                  <a:cubicBezTo>
                    <a:pt x="1167631" y="120774"/>
                    <a:pt x="1164031" y="113463"/>
                    <a:pt x="1156831" y="107324"/>
                  </a:cubicBezTo>
                  <a:cubicBezTo>
                    <a:pt x="1149632" y="101185"/>
                    <a:pt x="1140563" y="98115"/>
                    <a:pt x="1129624" y="98115"/>
                  </a:cubicBezTo>
                  <a:cubicBezTo>
                    <a:pt x="1118350" y="98115"/>
                    <a:pt x="1109532" y="100571"/>
                    <a:pt x="1103170" y="105482"/>
                  </a:cubicBezTo>
                  <a:cubicBezTo>
                    <a:pt x="1096807" y="110393"/>
                    <a:pt x="1093626" y="116811"/>
                    <a:pt x="1093626" y="124737"/>
                  </a:cubicBezTo>
                  <a:cubicBezTo>
                    <a:pt x="1093626" y="132215"/>
                    <a:pt x="1096584" y="137852"/>
                    <a:pt x="1102500" y="141647"/>
                  </a:cubicBezTo>
                  <a:cubicBezTo>
                    <a:pt x="1108416" y="145442"/>
                    <a:pt x="1119104" y="149070"/>
                    <a:pt x="1134563" y="152530"/>
                  </a:cubicBezTo>
                  <a:cubicBezTo>
                    <a:pt x="1150023" y="155990"/>
                    <a:pt x="1162552" y="160120"/>
                    <a:pt x="1172151" y="164920"/>
                  </a:cubicBezTo>
                  <a:cubicBezTo>
                    <a:pt x="1181751" y="169720"/>
                    <a:pt x="1188867" y="175496"/>
                    <a:pt x="1193499" y="182249"/>
                  </a:cubicBezTo>
                  <a:cubicBezTo>
                    <a:pt x="1198131" y="189002"/>
                    <a:pt x="1200447" y="197234"/>
                    <a:pt x="1200447" y="206945"/>
                  </a:cubicBezTo>
                  <a:cubicBezTo>
                    <a:pt x="1200447" y="223131"/>
                    <a:pt x="1193973" y="236107"/>
                    <a:pt x="1181025" y="245873"/>
                  </a:cubicBezTo>
                  <a:cubicBezTo>
                    <a:pt x="1168077" y="255640"/>
                    <a:pt x="1151278" y="260524"/>
                    <a:pt x="1130628" y="260524"/>
                  </a:cubicBezTo>
                  <a:cubicBezTo>
                    <a:pt x="1116118" y="260524"/>
                    <a:pt x="1103281" y="257956"/>
                    <a:pt x="1092119" y="252822"/>
                  </a:cubicBezTo>
                  <a:cubicBezTo>
                    <a:pt x="1080957" y="247687"/>
                    <a:pt x="1072223" y="240516"/>
                    <a:pt x="1065916" y="231307"/>
                  </a:cubicBezTo>
                  <a:cubicBezTo>
                    <a:pt x="1059610" y="222098"/>
                    <a:pt x="1056456" y="212136"/>
                    <a:pt x="1056456" y="201420"/>
                  </a:cubicBezTo>
                  <a:lnTo>
                    <a:pt x="1087431" y="201420"/>
                  </a:lnTo>
                  <a:cubicBezTo>
                    <a:pt x="1087989" y="211801"/>
                    <a:pt x="1092147" y="220033"/>
                    <a:pt x="1099905" y="226116"/>
                  </a:cubicBezTo>
                  <a:cubicBezTo>
                    <a:pt x="1107662" y="232200"/>
                    <a:pt x="1117904" y="235241"/>
                    <a:pt x="1130628" y="235241"/>
                  </a:cubicBezTo>
                  <a:cubicBezTo>
                    <a:pt x="1142349" y="235241"/>
                    <a:pt x="1151753" y="232869"/>
                    <a:pt x="1158841" y="228126"/>
                  </a:cubicBezTo>
                  <a:cubicBezTo>
                    <a:pt x="1165929" y="223382"/>
                    <a:pt x="1169473" y="217047"/>
                    <a:pt x="1169473" y="209122"/>
                  </a:cubicBezTo>
                  <a:cubicBezTo>
                    <a:pt x="1169473" y="200751"/>
                    <a:pt x="1166319" y="194249"/>
                    <a:pt x="1160013" y="189616"/>
                  </a:cubicBezTo>
                  <a:cubicBezTo>
                    <a:pt x="1153706" y="184984"/>
                    <a:pt x="1142711" y="180994"/>
                    <a:pt x="1127029" y="177645"/>
                  </a:cubicBezTo>
                  <a:cubicBezTo>
                    <a:pt x="1111346" y="174296"/>
                    <a:pt x="1098900" y="170278"/>
                    <a:pt x="1089691" y="165590"/>
                  </a:cubicBezTo>
                  <a:cubicBezTo>
                    <a:pt x="1080483" y="160902"/>
                    <a:pt x="1073674" y="155321"/>
                    <a:pt x="1069265" y="148847"/>
                  </a:cubicBezTo>
                  <a:cubicBezTo>
                    <a:pt x="1064856" y="142373"/>
                    <a:pt x="1062651" y="134671"/>
                    <a:pt x="1062651" y="125741"/>
                  </a:cubicBezTo>
                  <a:cubicBezTo>
                    <a:pt x="1062651" y="110896"/>
                    <a:pt x="1068930" y="98338"/>
                    <a:pt x="1081487" y="88069"/>
                  </a:cubicBezTo>
                  <a:cubicBezTo>
                    <a:pt x="1094045" y="77800"/>
                    <a:pt x="1110090" y="72666"/>
                    <a:pt x="1129624" y="72666"/>
                  </a:cubicBezTo>
                  <a:close/>
                  <a:moveTo>
                    <a:pt x="942472" y="35831"/>
                  </a:moveTo>
                  <a:cubicBezTo>
                    <a:pt x="928855" y="35831"/>
                    <a:pt x="917916" y="41049"/>
                    <a:pt x="909656" y="51485"/>
                  </a:cubicBezTo>
                  <a:cubicBezTo>
                    <a:pt x="901396" y="61922"/>
                    <a:pt x="897266" y="75679"/>
                    <a:pt x="897266" y="92757"/>
                  </a:cubicBezTo>
                  <a:cubicBezTo>
                    <a:pt x="897266" y="109389"/>
                    <a:pt x="901256" y="123090"/>
                    <a:pt x="909237" y="133862"/>
                  </a:cubicBezTo>
                  <a:cubicBezTo>
                    <a:pt x="917218" y="144633"/>
                    <a:pt x="927906" y="150019"/>
                    <a:pt x="941300" y="150019"/>
                  </a:cubicBezTo>
                  <a:cubicBezTo>
                    <a:pt x="951681" y="150019"/>
                    <a:pt x="961253" y="146838"/>
                    <a:pt x="970015" y="140475"/>
                  </a:cubicBezTo>
                  <a:cubicBezTo>
                    <a:pt x="978777" y="134113"/>
                    <a:pt x="985168" y="126243"/>
                    <a:pt x="989186" y="116867"/>
                  </a:cubicBezTo>
                  <a:lnTo>
                    <a:pt x="989186" y="104477"/>
                  </a:lnTo>
                  <a:cubicBezTo>
                    <a:pt x="989186" y="84163"/>
                    <a:pt x="984777" y="67643"/>
                    <a:pt x="975959" y="54918"/>
                  </a:cubicBezTo>
                  <a:cubicBezTo>
                    <a:pt x="967141" y="42193"/>
                    <a:pt x="955979" y="35831"/>
                    <a:pt x="942472" y="35831"/>
                  </a:cubicBezTo>
                  <a:close/>
                  <a:moveTo>
                    <a:pt x="1349108" y="10046"/>
                  </a:moveTo>
                  <a:cubicBezTo>
                    <a:pt x="1355136" y="10046"/>
                    <a:pt x="1359712" y="11776"/>
                    <a:pt x="1362837" y="15237"/>
                  </a:cubicBezTo>
                  <a:cubicBezTo>
                    <a:pt x="1365963" y="18697"/>
                    <a:pt x="1367526" y="22938"/>
                    <a:pt x="1367526" y="27961"/>
                  </a:cubicBezTo>
                  <a:cubicBezTo>
                    <a:pt x="1367526" y="32984"/>
                    <a:pt x="1365963" y="37170"/>
                    <a:pt x="1362837" y="40519"/>
                  </a:cubicBezTo>
                  <a:cubicBezTo>
                    <a:pt x="1359712" y="43867"/>
                    <a:pt x="1355136" y="45542"/>
                    <a:pt x="1349108" y="45542"/>
                  </a:cubicBezTo>
                  <a:cubicBezTo>
                    <a:pt x="1343081" y="45542"/>
                    <a:pt x="1338532" y="43867"/>
                    <a:pt x="1335462" y="40519"/>
                  </a:cubicBezTo>
                  <a:cubicBezTo>
                    <a:pt x="1332393" y="37170"/>
                    <a:pt x="1330858" y="32984"/>
                    <a:pt x="1330858" y="27961"/>
                  </a:cubicBezTo>
                  <a:cubicBezTo>
                    <a:pt x="1330858" y="22938"/>
                    <a:pt x="1332393" y="18697"/>
                    <a:pt x="1335462" y="15237"/>
                  </a:cubicBezTo>
                  <a:cubicBezTo>
                    <a:pt x="1338532" y="11776"/>
                    <a:pt x="1343081" y="10046"/>
                    <a:pt x="1349108" y="10046"/>
                  </a:cubicBezTo>
                  <a:close/>
                  <a:moveTo>
                    <a:pt x="942305" y="10046"/>
                  </a:moveTo>
                  <a:cubicBezTo>
                    <a:pt x="966415" y="10046"/>
                    <a:pt x="985419" y="19060"/>
                    <a:pt x="999316" y="37086"/>
                  </a:cubicBezTo>
                  <a:cubicBezTo>
                    <a:pt x="1013212" y="55113"/>
                    <a:pt x="1020161" y="79698"/>
                    <a:pt x="1020161" y="110840"/>
                  </a:cubicBezTo>
                  <a:lnTo>
                    <a:pt x="1020161" y="119881"/>
                  </a:lnTo>
                  <a:cubicBezTo>
                    <a:pt x="1020161" y="167320"/>
                    <a:pt x="1010785" y="201950"/>
                    <a:pt x="992032" y="223772"/>
                  </a:cubicBezTo>
                  <a:cubicBezTo>
                    <a:pt x="973280" y="245594"/>
                    <a:pt x="944984" y="256784"/>
                    <a:pt x="907144" y="257342"/>
                  </a:cubicBezTo>
                  <a:lnTo>
                    <a:pt x="901117" y="257342"/>
                  </a:lnTo>
                  <a:lnTo>
                    <a:pt x="901117" y="231056"/>
                  </a:lnTo>
                  <a:lnTo>
                    <a:pt x="907647" y="231056"/>
                  </a:lnTo>
                  <a:cubicBezTo>
                    <a:pt x="933208" y="230611"/>
                    <a:pt x="952853" y="223956"/>
                    <a:pt x="966583" y="211089"/>
                  </a:cubicBezTo>
                  <a:cubicBezTo>
                    <a:pt x="980312" y="198223"/>
                    <a:pt x="987791" y="177866"/>
                    <a:pt x="989018" y="150019"/>
                  </a:cubicBezTo>
                  <a:cubicBezTo>
                    <a:pt x="982545" y="157721"/>
                    <a:pt x="974815" y="163916"/>
                    <a:pt x="965829" y="168604"/>
                  </a:cubicBezTo>
                  <a:cubicBezTo>
                    <a:pt x="956844" y="173292"/>
                    <a:pt x="946993" y="175636"/>
                    <a:pt x="936278" y="175636"/>
                  </a:cubicBezTo>
                  <a:cubicBezTo>
                    <a:pt x="922213" y="175636"/>
                    <a:pt x="909963" y="172176"/>
                    <a:pt x="899526" y="165255"/>
                  </a:cubicBezTo>
                  <a:cubicBezTo>
                    <a:pt x="889090" y="158335"/>
                    <a:pt x="881025" y="148596"/>
                    <a:pt x="875332" y="136038"/>
                  </a:cubicBezTo>
                  <a:cubicBezTo>
                    <a:pt x="869640" y="123481"/>
                    <a:pt x="866793" y="109612"/>
                    <a:pt x="866793" y="94431"/>
                  </a:cubicBezTo>
                  <a:cubicBezTo>
                    <a:pt x="866793" y="78135"/>
                    <a:pt x="869891" y="63457"/>
                    <a:pt x="876086" y="50397"/>
                  </a:cubicBezTo>
                  <a:cubicBezTo>
                    <a:pt x="882281" y="37338"/>
                    <a:pt x="891071" y="27347"/>
                    <a:pt x="902456" y="20427"/>
                  </a:cubicBezTo>
                  <a:cubicBezTo>
                    <a:pt x="913842" y="13506"/>
                    <a:pt x="927125" y="10046"/>
                    <a:pt x="942305" y="10046"/>
                  </a:cubicBezTo>
                  <a:close/>
                  <a:moveTo>
                    <a:pt x="1530771" y="0"/>
                  </a:moveTo>
                  <a:lnTo>
                    <a:pt x="1561746" y="0"/>
                  </a:lnTo>
                  <a:lnTo>
                    <a:pt x="1561746" y="257175"/>
                  </a:lnTo>
                  <a:lnTo>
                    <a:pt x="1533283" y="257175"/>
                  </a:lnTo>
                  <a:lnTo>
                    <a:pt x="1531776" y="237753"/>
                  </a:lnTo>
                  <a:cubicBezTo>
                    <a:pt x="1519386" y="252933"/>
                    <a:pt x="1502141" y="260524"/>
                    <a:pt x="1480040" y="260524"/>
                  </a:cubicBezTo>
                  <a:cubicBezTo>
                    <a:pt x="1459055" y="260524"/>
                    <a:pt x="1441949" y="251929"/>
                    <a:pt x="1428722" y="234739"/>
                  </a:cubicBezTo>
                  <a:cubicBezTo>
                    <a:pt x="1415495" y="217549"/>
                    <a:pt x="1408881" y="195114"/>
                    <a:pt x="1408881" y="167432"/>
                  </a:cubicBezTo>
                  <a:lnTo>
                    <a:pt x="1408881" y="165088"/>
                  </a:lnTo>
                  <a:cubicBezTo>
                    <a:pt x="1408881" y="137294"/>
                    <a:pt x="1415467" y="114942"/>
                    <a:pt x="1428638" y="98031"/>
                  </a:cubicBezTo>
                  <a:cubicBezTo>
                    <a:pt x="1441809" y="81121"/>
                    <a:pt x="1459055" y="72666"/>
                    <a:pt x="1480375" y="72666"/>
                  </a:cubicBezTo>
                  <a:cubicBezTo>
                    <a:pt x="1501583" y="72666"/>
                    <a:pt x="1518381" y="79921"/>
                    <a:pt x="1530771" y="94431"/>
                  </a:cubicBezTo>
                  <a:close/>
                  <a:moveTo>
                    <a:pt x="1247645" y="0"/>
                  </a:moveTo>
                  <a:lnTo>
                    <a:pt x="1278619" y="0"/>
                  </a:lnTo>
                  <a:lnTo>
                    <a:pt x="1278619" y="257175"/>
                  </a:lnTo>
                  <a:lnTo>
                    <a:pt x="1247645" y="25717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2700">
                <a:solidFill>
                  <a:schemeClr val="bg1">
                    <a:lumMod val="75000"/>
                  </a:schemeClr>
                </a:solidFill>
                <a:latin typeface="#9Slide02 Noi dung dai" panose="02000000000000000000" pitchFamily="2" charset="0"/>
                <a:ea typeface="#9Slide02 Noi dung dai" panose="02000000000000000000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465F73-4B27-4C0F-9B02-510C8E083EB6}"/>
                </a:ext>
              </a:extLst>
            </p:cNvPr>
            <p:cNvSpPr/>
            <p:nvPr/>
          </p:nvSpPr>
          <p:spPr>
            <a:xfrm>
              <a:off x="-2202100" y="-2224223"/>
              <a:ext cx="16596200" cy="112843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9Slide.vn">
            <a:extLst>
              <a:ext uri="{FF2B5EF4-FFF2-40B4-BE49-F238E27FC236}">
                <a16:creationId xmlns:a16="http://schemas.microsoft.com/office/drawing/2014/main" id="{0F30810D-0BA7-48B5-9100-E09C5C296021}"/>
              </a:ext>
            </a:extLst>
          </p:cNvPr>
          <p:cNvSpPr>
            <a:spLocks noSelect="1"/>
          </p:cNvSpPr>
          <p:nvPr userDrawn="1">
            <p:custDataLst>
              <p:tags r:id="rId8"/>
            </p:custDataLst>
          </p:nvPr>
        </p:nvSpPr>
        <p:spPr>
          <a:xfrm>
            <a:off x="6091428" y="-8915400"/>
            <a:ext cx="9144" cy="914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9Slide.vn">
            <a:extLst>
              <a:ext uri="{FF2B5EF4-FFF2-40B4-BE49-F238E27FC236}">
                <a16:creationId xmlns:a16="http://schemas.microsoft.com/office/drawing/2014/main" id="{5703AF2A-1D5F-4BD2-8904-9B6C863CB9B3}"/>
              </a:ext>
            </a:extLst>
          </p:cNvPr>
          <p:cNvSpPr>
            <a:spLocks noSelect="1"/>
          </p:cNvSpPr>
          <p:nvPr userDrawn="1">
            <p:custDataLst>
              <p:tags r:id="rId9"/>
            </p:custDataLst>
          </p:nvPr>
        </p:nvSpPr>
        <p:spPr>
          <a:xfrm>
            <a:off x="6091428" y="15764256"/>
            <a:ext cx="9144" cy="914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46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4" r:id="rId2"/>
    <p:sldLayoutId id="2147483649" r:id="rId3"/>
    <p:sldLayoutId id="2147483657" r:id="rId4"/>
    <p:sldLayoutId id="2147483650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4" descr="Bãi rêu Nha Trang - Khám phá tọa độ sống ảo HOT HIT 2024">
            <a:extLst>
              <a:ext uri="{FF2B5EF4-FFF2-40B4-BE49-F238E27FC236}">
                <a16:creationId xmlns:a16="http://schemas.microsoft.com/office/drawing/2014/main" id="{4B09F7CF-826F-5E4D-12FA-7B1AEA4A7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838200"/>
            <a:ext cx="12191999" cy="769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D85546E-547C-A750-C8C1-3AB2E493A759}"/>
              </a:ext>
            </a:extLst>
          </p:cNvPr>
          <p:cNvSpPr/>
          <p:nvPr/>
        </p:nvSpPr>
        <p:spPr>
          <a:xfrm>
            <a:off x="-21488401" y="-457200"/>
            <a:ext cx="33680402" cy="8077200"/>
          </a:xfrm>
          <a:custGeom>
            <a:avLst/>
            <a:gdLst>
              <a:gd name="connsiteX0" fmla="*/ 23783926 w 33680402"/>
              <a:gd name="connsiteY0" fmla="*/ 1025525 h 8077200"/>
              <a:gd name="connsiteX1" fmla="*/ 25003920 w 33680402"/>
              <a:gd name="connsiteY1" fmla="*/ 3465513 h 8077200"/>
              <a:gd name="connsiteX2" fmla="*/ 23169722 w 33680402"/>
              <a:gd name="connsiteY2" fmla="*/ 3465513 h 8077200"/>
              <a:gd name="connsiteX3" fmla="*/ 22437726 w 33680402"/>
              <a:gd name="connsiteY3" fmla="*/ 2624138 h 8077200"/>
              <a:gd name="connsiteX4" fmla="*/ 21932901 w 33680402"/>
              <a:gd name="connsiteY4" fmla="*/ 2624138 h 8077200"/>
              <a:gd name="connsiteX5" fmla="*/ 22437726 w 33680402"/>
              <a:gd name="connsiteY5" fmla="*/ 3886200 h 8077200"/>
              <a:gd name="connsiteX6" fmla="*/ 21932901 w 33680402"/>
              <a:gd name="connsiteY6" fmla="*/ 5148263 h 8077200"/>
              <a:gd name="connsiteX7" fmla="*/ 22437726 w 33680402"/>
              <a:gd name="connsiteY7" fmla="*/ 5148263 h 8077200"/>
              <a:gd name="connsiteX8" fmla="*/ 23169722 w 33680402"/>
              <a:gd name="connsiteY8" fmla="*/ 4306888 h 8077200"/>
              <a:gd name="connsiteX9" fmla="*/ 25003920 w 33680402"/>
              <a:gd name="connsiteY9" fmla="*/ 4306888 h 8077200"/>
              <a:gd name="connsiteX10" fmla="*/ 23783926 w 33680402"/>
              <a:gd name="connsiteY10" fmla="*/ 6746875 h 8077200"/>
              <a:gd name="connsiteX11" fmla="*/ 24541163 w 33680402"/>
              <a:gd name="connsiteY11" fmla="*/ 6746875 h 8077200"/>
              <a:gd name="connsiteX12" fmla="*/ 26265982 w 33680402"/>
              <a:gd name="connsiteY12" fmla="*/ 4306888 h 8077200"/>
              <a:gd name="connsiteX13" fmla="*/ 27906662 w 33680402"/>
              <a:gd name="connsiteY13" fmla="*/ 4306888 h 8077200"/>
              <a:gd name="connsiteX14" fmla="*/ 28663902 w 33680402"/>
              <a:gd name="connsiteY14" fmla="*/ 3886200 h 8077200"/>
              <a:gd name="connsiteX15" fmla="*/ 27906662 w 33680402"/>
              <a:gd name="connsiteY15" fmla="*/ 3465513 h 8077200"/>
              <a:gd name="connsiteX16" fmla="*/ 26265982 w 33680402"/>
              <a:gd name="connsiteY16" fmla="*/ 3465513 h 8077200"/>
              <a:gd name="connsiteX17" fmla="*/ 24541163 w 33680402"/>
              <a:gd name="connsiteY17" fmla="*/ 1025525 h 8077200"/>
              <a:gd name="connsiteX18" fmla="*/ 0 w 33680402"/>
              <a:gd name="connsiteY18" fmla="*/ 0 h 8077200"/>
              <a:gd name="connsiteX19" fmla="*/ 9982203 w 33680402"/>
              <a:gd name="connsiteY19" fmla="*/ 0 h 8077200"/>
              <a:gd name="connsiteX20" fmla="*/ 33680402 w 33680402"/>
              <a:gd name="connsiteY20" fmla="*/ 0 h 8077200"/>
              <a:gd name="connsiteX21" fmla="*/ 33680402 w 33680402"/>
              <a:gd name="connsiteY21" fmla="*/ 8077200 h 8077200"/>
              <a:gd name="connsiteX22" fmla="*/ 9982203 w 33680402"/>
              <a:gd name="connsiteY22" fmla="*/ 8077200 h 8077200"/>
              <a:gd name="connsiteX23" fmla="*/ 0 w 33680402"/>
              <a:gd name="connsiteY23" fmla="*/ 8077200 h 807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3680402" h="8077200">
                <a:moveTo>
                  <a:pt x="23783926" y="1025525"/>
                </a:moveTo>
                <a:lnTo>
                  <a:pt x="25003920" y="3465513"/>
                </a:lnTo>
                <a:lnTo>
                  <a:pt x="23169722" y="3465513"/>
                </a:lnTo>
                <a:lnTo>
                  <a:pt x="22437726" y="2624138"/>
                </a:lnTo>
                <a:lnTo>
                  <a:pt x="21932901" y="2624138"/>
                </a:lnTo>
                <a:lnTo>
                  <a:pt x="22437726" y="3886200"/>
                </a:lnTo>
                <a:lnTo>
                  <a:pt x="21932901" y="5148263"/>
                </a:lnTo>
                <a:lnTo>
                  <a:pt x="22437726" y="5148263"/>
                </a:lnTo>
                <a:lnTo>
                  <a:pt x="23169722" y="4306888"/>
                </a:lnTo>
                <a:lnTo>
                  <a:pt x="25003920" y="4306888"/>
                </a:lnTo>
                <a:lnTo>
                  <a:pt x="23783926" y="6746875"/>
                </a:lnTo>
                <a:lnTo>
                  <a:pt x="24541163" y="6746875"/>
                </a:lnTo>
                <a:lnTo>
                  <a:pt x="26265982" y="4306888"/>
                </a:lnTo>
                <a:lnTo>
                  <a:pt x="27906662" y="4306888"/>
                </a:lnTo>
                <a:cubicBezTo>
                  <a:pt x="28234800" y="4306888"/>
                  <a:pt x="28663902" y="4138613"/>
                  <a:pt x="28663902" y="3886200"/>
                </a:cubicBezTo>
                <a:cubicBezTo>
                  <a:pt x="28663902" y="3642201"/>
                  <a:pt x="28234800" y="3465513"/>
                  <a:pt x="27906662" y="3465513"/>
                </a:cubicBezTo>
                <a:lnTo>
                  <a:pt x="26265982" y="3465513"/>
                </a:lnTo>
                <a:lnTo>
                  <a:pt x="24541163" y="1025525"/>
                </a:lnTo>
                <a:close/>
                <a:moveTo>
                  <a:pt x="0" y="0"/>
                </a:moveTo>
                <a:lnTo>
                  <a:pt x="9982203" y="0"/>
                </a:lnTo>
                <a:lnTo>
                  <a:pt x="33680402" y="0"/>
                </a:lnTo>
                <a:lnTo>
                  <a:pt x="33680402" y="8077200"/>
                </a:lnTo>
                <a:lnTo>
                  <a:pt x="9982203" y="8077200"/>
                </a:lnTo>
                <a:lnTo>
                  <a:pt x="0" y="80772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2" name="Picture 21" descr="Bãi rêu Nha Trang - Khám phá tọa độ sống ảo HOT HIT 2024">
            <a:extLst>
              <a:ext uri="{FF2B5EF4-FFF2-40B4-BE49-F238E27FC236}">
                <a16:creationId xmlns:a16="http://schemas.microsoft.com/office/drawing/2014/main" id="{41581032-0710-1FE5-0919-7BE535FB1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5" t="45447" r="8019" b="36074"/>
          <a:stretch>
            <a:fillRect/>
          </a:stretch>
        </p:blipFill>
        <p:spPr bwMode="auto">
          <a:xfrm>
            <a:off x="866189" y="2659465"/>
            <a:ext cx="10348169" cy="1422206"/>
          </a:xfrm>
          <a:custGeom>
            <a:avLst/>
            <a:gdLst>
              <a:gd name="connsiteX0" fmla="*/ 7732766 w 10348169"/>
              <a:gd name="connsiteY0" fmla="*/ 468659 h 1422206"/>
              <a:gd name="connsiteX1" fmla="*/ 7582633 w 10348169"/>
              <a:gd name="connsiteY1" fmla="*/ 884568 h 1422206"/>
              <a:gd name="connsiteX2" fmla="*/ 7878841 w 10348169"/>
              <a:gd name="connsiteY2" fmla="*/ 884568 h 1422206"/>
              <a:gd name="connsiteX3" fmla="*/ 8645985 w 10348169"/>
              <a:gd name="connsiteY3" fmla="*/ 0 h 1422206"/>
              <a:gd name="connsiteX4" fmla="*/ 9145075 w 10348169"/>
              <a:gd name="connsiteY4" fmla="*/ 0 h 1422206"/>
              <a:gd name="connsiteX5" fmla="*/ 9498091 w 10348169"/>
              <a:gd name="connsiteY5" fmla="*/ 742550 h 1422206"/>
              <a:gd name="connsiteX6" fmla="*/ 9849078 w 10348169"/>
              <a:gd name="connsiteY6" fmla="*/ 0 h 1422206"/>
              <a:gd name="connsiteX7" fmla="*/ 10348169 w 10348169"/>
              <a:gd name="connsiteY7" fmla="*/ 0 h 1422206"/>
              <a:gd name="connsiteX8" fmla="*/ 10348169 w 10348169"/>
              <a:gd name="connsiteY8" fmla="*/ 1422206 h 1422206"/>
              <a:gd name="connsiteX9" fmla="*/ 9936318 w 10348169"/>
              <a:gd name="connsiteY9" fmla="*/ 1422206 h 1422206"/>
              <a:gd name="connsiteX10" fmla="*/ 9936318 w 10348169"/>
              <a:gd name="connsiteY10" fmla="*/ 643138 h 1422206"/>
              <a:gd name="connsiteX11" fmla="*/ 9650254 w 10348169"/>
              <a:gd name="connsiteY11" fmla="*/ 1284246 h 1422206"/>
              <a:gd name="connsiteX12" fmla="*/ 9343900 w 10348169"/>
              <a:gd name="connsiteY12" fmla="*/ 1284246 h 1422206"/>
              <a:gd name="connsiteX13" fmla="*/ 9057836 w 10348169"/>
              <a:gd name="connsiteY13" fmla="*/ 643138 h 1422206"/>
              <a:gd name="connsiteX14" fmla="*/ 9057836 w 10348169"/>
              <a:gd name="connsiteY14" fmla="*/ 1422206 h 1422206"/>
              <a:gd name="connsiteX15" fmla="*/ 8645985 w 10348169"/>
              <a:gd name="connsiteY15" fmla="*/ 1422206 h 1422206"/>
              <a:gd name="connsiteX16" fmla="*/ 7505537 w 10348169"/>
              <a:gd name="connsiteY16" fmla="*/ 0 h 1422206"/>
              <a:gd name="connsiteX17" fmla="*/ 7988398 w 10348169"/>
              <a:gd name="connsiteY17" fmla="*/ 0 h 1422206"/>
              <a:gd name="connsiteX18" fmla="*/ 8566613 w 10348169"/>
              <a:gd name="connsiteY18" fmla="*/ 1422206 h 1422206"/>
              <a:gd name="connsiteX19" fmla="*/ 8065493 w 10348169"/>
              <a:gd name="connsiteY19" fmla="*/ 1422206 h 1422206"/>
              <a:gd name="connsiteX20" fmla="*/ 7994484 w 10348169"/>
              <a:gd name="connsiteY20" fmla="*/ 1221353 h 1422206"/>
              <a:gd name="connsiteX21" fmla="*/ 7460903 w 10348169"/>
              <a:gd name="connsiteY21" fmla="*/ 1221353 h 1422206"/>
              <a:gd name="connsiteX22" fmla="*/ 7387866 w 10348169"/>
              <a:gd name="connsiteY22" fmla="*/ 1422206 h 1422206"/>
              <a:gd name="connsiteX23" fmla="*/ 6905005 w 10348169"/>
              <a:gd name="connsiteY23" fmla="*/ 1422206 h 1422206"/>
              <a:gd name="connsiteX24" fmla="*/ 5445585 w 10348169"/>
              <a:gd name="connsiteY24" fmla="*/ 0 h 1422206"/>
              <a:gd name="connsiteX25" fmla="*/ 5839177 w 10348169"/>
              <a:gd name="connsiteY25" fmla="*/ 0 h 1422206"/>
              <a:gd name="connsiteX26" fmla="*/ 6401161 w 10348169"/>
              <a:gd name="connsiteY26" fmla="*/ 730377 h 1422206"/>
              <a:gd name="connsiteX27" fmla="*/ 6401161 w 10348169"/>
              <a:gd name="connsiteY27" fmla="*/ 0 h 1422206"/>
              <a:gd name="connsiteX28" fmla="*/ 6827215 w 10348169"/>
              <a:gd name="connsiteY28" fmla="*/ 0 h 1422206"/>
              <a:gd name="connsiteX29" fmla="*/ 6827215 w 10348169"/>
              <a:gd name="connsiteY29" fmla="*/ 1422206 h 1422206"/>
              <a:gd name="connsiteX30" fmla="*/ 6433622 w 10348169"/>
              <a:gd name="connsiteY30" fmla="*/ 1422206 h 1422206"/>
              <a:gd name="connsiteX31" fmla="*/ 5873667 w 10348169"/>
              <a:gd name="connsiteY31" fmla="*/ 695887 h 1422206"/>
              <a:gd name="connsiteX32" fmla="*/ 5873667 w 10348169"/>
              <a:gd name="connsiteY32" fmla="*/ 1422206 h 1422206"/>
              <a:gd name="connsiteX33" fmla="*/ 5445585 w 10348169"/>
              <a:gd name="connsiteY33" fmla="*/ 1422206 h 1422206"/>
              <a:gd name="connsiteX34" fmla="*/ 3649313 w 10348169"/>
              <a:gd name="connsiteY34" fmla="*/ 0 h 1422206"/>
              <a:gd name="connsiteX35" fmla="*/ 4929502 w 10348169"/>
              <a:gd name="connsiteY35" fmla="*/ 0 h 1422206"/>
              <a:gd name="connsiteX36" fmla="*/ 4929502 w 10348169"/>
              <a:gd name="connsiteY36" fmla="*/ 371275 h 1422206"/>
              <a:gd name="connsiteX37" fmla="*/ 4523737 w 10348169"/>
              <a:gd name="connsiteY37" fmla="*/ 371275 h 1422206"/>
              <a:gd name="connsiteX38" fmla="*/ 4523737 w 10348169"/>
              <a:gd name="connsiteY38" fmla="*/ 1422206 h 1422206"/>
              <a:gd name="connsiteX39" fmla="*/ 4053049 w 10348169"/>
              <a:gd name="connsiteY39" fmla="*/ 1422206 h 1422206"/>
              <a:gd name="connsiteX40" fmla="*/ 4053049 w 10348169"/>
              <a:gd name="connsiteY40" fmla="*/ 371275 h 1422206"/>
              <a:gd name="connsiteX41" fmla="*/ 3649313 w 10348169"/>
              <a:gd name="connsiteY41" fmla="*/ 371275 h 1422206"/>
              <a:gd name="connsiteX42" fmla="*/ 2340435 w 10348169"/>
              <a:gd name="connsiteY42" fmla="*/ 0 h 1422206"/>
              <a:gd name="connsiteX43" fmla="*/ 3543528 w 10348169"/>
              <a:gd name="connsiteY43" fmla="*/ 0 h 1422206"/>
              <a:gd name="connsiteX44" fmla="*/ 3543528 w 10348169"/>
              <a:gd name="connsiteY44" fmla="*/ 357073 h 1422206"/>
              <a:gd name="connsiteX45" fmla="*/ 2811123 w 10348169"/>
              <a:gd name="connsiteY45" fmla="*/ 357073 h 1422206"/>
              <a:gd name="connsiteX46" fmla="*/ 2811123 w 10348169"/>
              <a:gd name="connsiteY46" fmla="*/ 531552 h 1422206"/>
              <a:gd name="connsiteX47" fmla="*/ 3476579 w 10348169"/>
              <a:gd name="connsiteY47" fmla="*/ 531552 h 1422206"/>
              <a:gd name="connsiteX48" fmla="*/ 3476579 w 10348169"/>
              <a:gd name="connsiteY48" fmla="*/ 888625 h 1422206"/>
              <a:gd name="connsiteX49" fmla="*/ 2811123 w 10348169"/>
              <a:gd name="connsiteY49" fmla="*/ 888625 h 1422206"/>
              <a:gd name="connsiteX50" fmla="*/ 2811123 w 10348169"/>
              <a:gd name="connsiteY50" fmla="*/ 1065133 h 1422206"/>
              <a:gd name="connsiteX51" fmla="*/ 3561788 w 10348169"/>
              <a:gd name="connsiteY51" fmla="*/ 1065133 h 1422206"/>
              <a:gd name="connsiteX52" fmla="*/ 3561788 w 10348169"/>
              <a:gd name="connsiteY52" fmla="*/ 1422206 h 1422206"/>
              <a:gd name="connsiteX53" fmla="*/ 2340435 w 10348169"/>
              <a:gd name="connsiteY53" fmla="*/ 1422206 h 1422206"/>
              <a:gd name="connsiteX54" fmla="*/ 1664160 w 10348169"/>
              <a:gd name="connsiteY54" fmla="*/ 0 h 1422206"/>
              <a:gd name="connsiteX55" fmla="*/ 2134848 w 10348169"/>
              <a:gd name="connsiteY55" fmla="*/ 0 h 1422206"/>
              <a:gd name="connsiteX56" fmla="*/ 2134848 w 10348169"/>
              <a:gd name="connsiteY56" fmla="*/ 1422206 h 1422206"/>
              <a:gd name="connsiteX57" fmla="*/ 1664160 w 10348169"/>
              <a:gd name="connsiteY57" fmla="*/ 1422206 h 1422206"/>
              <a:gd name="connsiteX58" fmla="*/ 0 w 10348169"/>
              <a:gd name="connsiteY58" fmla="*/ 0 h 1422206"/>
              <a:gd name="connsiteX59" fmla="*/ 503148 w 10348169"/>
              <a:gd name="connsiteY59" fmla="*/ 0 h 1422206"/>
              <a:gd name="connsiteX60" fmla="*/ 797328 w 10348169"/>
              <a:gd name="connsiteY60" fmla="*/ 933259 h 1422206"/>
              <a:gd name="connsiteX61" fmla="*/ 1089479 w 10348169"/>
              <a:gd name="connsiteY61" fmla="*/ 0 h 1422206"/>
              <a:gd name="connsiteX62" fmla="*/ 1570310 w 10348169"/>
              <a:gd name="connsiteY62" fmla="*/ 0 h 1422206"/>
              <a:gd name="connsiteX63" fmla="*/ 1026585 w 10348169"/>
              <a:gd name="connsiteY63" fmla="*/ 1422206 h 1422206"/>
              <a:gd name="connsiteX64" fmla="*/ 539667 w 10348169"/>
              <a:gd name="connsiteY64" fmla="*/ 1422206 h 1422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0348169" h="1422206">
                <a:moveTo>
                  <a:pt x="7732766" y="468659"/>
                </a:moveTo>
                <a:lnTo>
                  <a:pt x="7582633" y="884568"/>
                </a:lnTo>
                <a:lnTo>
                  <a:pt x="7878841" y="884568"/>
                </a:lnTo>
                <a:close/>
                <a:moveTo>
                  <a:pt x="8645985" y="0"/>
                </a:moveTo>
                <a:lnTo>
                  <a:pt x="9145075" y="0"/>
                </a:lnTo>
                <a:lnTo>
                  <a:pt x="9498091" y="742550"/>
                </a:lnTo>
                <a:lnTo>
                  <a:pt x="9849078" y="0"/>
                </a:lnTo>
                <a:lnTo>
                  <a:pt x="10348169" y="0"/>
                </a:lnTo>
                <a:lnTo>
                  <a:pt x="10348169" y="1422206"/>
                </a:lnTo>
                <a:lnTo>
                  <a:pt x="9936318" y="1422206"/>
                </a:lnTo>
                <a:lnTo>
                  <a:pt x="9936318" y="643138"/>
                </a:lnTo>
                <a:lnTo>
                  <a:pt x="9650254" y="1284246"/>
                </a:lnTo>
                <a:lnTo>
                  <a:pt x="9343900" y="1284246"/>
                </a:lnTo>
                <a:lnTo>
                  <a:pt x="9057836" y="643138"/>
                </a:lnTo>
                <a:lnTo>
                  <a:pt x="9057836" y="1422206"/>
                </a:lnTo>
                <a:lnTo>
                  <a:pt x="8645985" y="1422206"/>
                </a:lnTo>
                <a:close/>
                <a:moveTo>
                  <a:pt x="7505537" y="0"/>
                </a:moveTo>
                <a:lnTo>
                  <a:pt x="7988398" y="0"/>
                </a:lnTo>
                <a:lnTo>
                  <a:pt x="8566613" y="1422206"/>
                </a:lnTo>
                <a:lnTo>
                  <a:pt x="8065493" y="1422206"/>
                </a:lnTo>
                <a:lnTo>
                  <a:pt x="7994484" y="1221353"/>
                </a:lnTo>
                <a:lnTo>
                  <a:pt x="7460903" y="1221353"/>
                </a:lnTo>
                <a:lnTo>
                  <a:pt x="7387866" y="1422206"/>
                </a:lnTo>
                <a:lnTo>
                  <a:pt x="6905005" y="1422206"/>
                </a:lnTo>
                <a:close/>
                <a:moveTo>
                  <a:pt x="5445585" y="0"/>
                </a:moveTo>
                <a:lnTo>
                  <a:pt x="5839177" y="0"/>
                </a:lnTo>
                <a:lnTo>
                  <a:pt x="6401161" y="730377"/>
                </a:lnTo>
                <a:lnTo>
                  <a:pt x="6401161" y="0"/>
                </a:lnTo>
                <a:lnTo>
                  <a:pt x="6827215" y="0"/>
                </a:lnTo>
                <a:lnTo>
                  <a:pt x="6827215" y="1422206"/>
                </a:lnTo>
                <a:lnTo>
                  <a:pt x="6433622" y="1422206"/>
                </a:lnTo>
                <a:lnTo>
                  <a:pt x="5873667" y="695887"/>
                </a:lnTo>
                <a:lnTo>
                  <a:pt x="5873667" y="1422206"/>
                </a:lnTo>
                <a:lnTo>
                  <a:pt x="5445585" y="1422206"/>
                </a:lnTo>
                <a:close/>
                <a:moveTo>
                  <a:pt x="3649313" y="0"/>
                </a:moveTo>
                <a:lnTo>
                  <a:pt x="4929502" y="0"/>
                </a:lnTo>
                <a:lnTo>
                  <a:pt x="4929502" y="371275"/>
                </a:lnTo>
                <a:lnTo>
                  <a:pt x="4523737" y="371275"/>
                </a:lnTo>
                <a:lnTo>
                  <a:pt x="4523737" y="1422206"/>
                </a:lnTo>
                <a:lnTo>
                  <a:pt x="4053049" y="1422206"/>
                </a:lnTo>
                <a:lnTo>
                  <a:pt x="4053049" y="371275"/>
                </a:lnTo>
                <a:lnTo>
                  <a:pt x="3649313" y="371275"/>
                </a:lnTo>
                <a:close/>
                <a:moveTo>
                  <a:pt x="2340435" y="0"/>
                </a:moveTo>
                <a:lnTo>
                  <a:pt x="3543528" y="0"/>
                </a:lnTo>
                <a:lnTo>
                  <a:pt x="3543528" y="357073"/>
                </a:lnTo>
                <a:lnTo>
                  <a:pt x="2811123" y="357073"/>
                </a:lnTo>
                <a:lnTo>
                  <a:pt x="2811123" y="531552"/>
                </a:lnTo>
                <a:lnTo>
                  <a:pt x="3476579" y="531552"/>
                </a:lnTo>
                <a:lnTo>
                  <a:pt x="3476579" y="888625"/>
                </a:lnTo>
                <a:lnTo>
                  <a:pt x="2811123" y="888625"/>
                </a:lnTo>
                <a:lnTo>
                  <a:pt x="2811123" y="1065133"/>
                </a:lnTo>
                <a:lnTo>
                  <a:pt x="3561788" y="1065133"/>
                </a:lnTo>
                <a:lnTo>
                  <a:pt x="3561788" y="1422206"/>
                </a:lnTo>
                <a:lnTo>
                  <a:pt x="2340435" y="1422206"/>
                </a:lnTo>
                <a:close/>
                <a:moveTo>
                  <a:pt x="1664160" y="0"/>
                </a:moveTo>
                <a:lnTo>
                  <a:pt x="2134848" y="0"/>
                </a:lnTo>
                <a:lnTo>
                  <a:pt x="2134848" y="1422206"/>
                </a:lnTo>
                <a:lnTo>
                  <a:pt x="1664160" y="1422206"/>
                </a:lnTo>
                <a:close/>
                <a:moveTo>
                  <a:pt x="0" y="0"/>
                </a:moveTo>
                <a:lnTo>
                  <a:pt x="503148" y="0"/>
                </a:lnTo>
                <a:lnTo>
                  <a:pt x="797328" y="933259"/>
                </a:lnTo>
                <a:lnTo>
                  <a:pt x="1089479" y="0"/>
                </a:lnTo>
                <a:lnTo>
                  <a:pt x="1570310" y="0"/>
                </a:lnTo>
                <a:lnTo>
                  <a:pt x="1026585" y="1422206"/>
                </a:lnTo>
                <a:lnTo>
                  <a:pt x="539667" y="142220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7079516"/>
      </p:ext>
    </p:extLst>
  </p:cSld>
  <p:clrMapOvr>
    <a:masterClrMapping/>
  </p:clrMapOvr>
  <p:transition advTm="302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112E-17 -2.22222E-6 L 0.975 -2.22222E-6 " pathEditMode="relative" rAng="0" ptsTypes="AA">
                                      <p:cBhvr>
                                        <p:cTn id="6" dur="2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75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Bãi rêu Nha Trang - Khám phá tọa độ sống ảo HOT HIT 2024">
            <a:extLst>
              <a:ext uri="{FF2B5EF4-FFF2-40B4-BE49-F238E27FC236}">
                <a16:creationId xmlns:a16="http://schemas.microsoft.com/office/drawing/2014/main" id="{ABEA5CA8-EAEA-5AB5-64D2-BC5BEDDF1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838200"/>
            <a:ext cx="12191999" cy="769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4B5086CE-1FA0-E8B8-5D31-F7EC6785391C}"/>
              </a:ext>
            </a:extLst>
          </p:cNvPr>
          <p:cNvSpPr/>
          <p:nvPr/>
        </p:nvSpPr>
        <p:spPr>
          <a:xfrm>
            <a:off x="-2297502" y="-685800"/>
            <a:ext cx="14489502" cy="4114800"/>
          </a:xfrm>
          <a:custGeom>
            <a:avLst/>
            <a:gdLst>
              <a:gd name="connsiteX0" fmla="*/ 9037358 w 14489502"/>
              <a:gd name="connsiteY0" fmla="*/ 4041152 h 4114800"/>
              <a:gd name="connsiteX1" fmla="*/ 9094137 w 14489502"/>
              <a:gd name="connsiteY1" fmla="*/ 4114800 h 4114800"/>
              <a:gd name="connsiteX2" fmla="*/ 9037358 w 14489502"/>
              <a:gd name="connsiteY2" fmla="*/ 4114800 h 4114800"/>
              <a:gd name="connsiteX3" fmla="*/ 13100009 w 14489502"/>
              <a:gd name="connsiteY3" fmla="*/ 3988403 h 4114800"/>
              <a:gd name="connsiteX4" fmla="*/ 13100009 w 14489502"/>
              <a:gd name="connsiteY4" fmla="*/ 4114800 h 4114800"/>
              <a:gd name="connsiteX5" fmla="*/ 13043610 w 14489502"/>
              <a:gd name="connsiteY5" fmla="*/ 4114800 h 4114800"/>
              <a:gd name="connsiteX6" fmla="*/ 12221527 w 14489502"/>
              <a:gd name="connsiteY6" fmla="*/ 3988403 h 4114800"/>
              <a:gd name="connsiteX7" fmla="*/ 12277926 w 14489502"/>
              <a:gd name="connsiteY7" fmla="*/ 4114800 h 4114800"/>
              <a:gd name="connsiteX8" fmla="*/ 12221527 w 14489502"/>
              <a:gd name="connsiteY8" fmla="*/ 4114800 h 4114800"/>
              <a:gd name="connsiteX9" fmla="*/ 10896457 w 14489502"/>
              <a:gd name="connsiteY9" fmla="*/ 3813924 h 4114800"/>
              <a:gd name="connsiteX10" fmla="*/ 11002130 w 14489502"/>
              <a:gd name="connsiteY10" fmla="*/ 4114800 h 4114800"/>
              <a:gd name="connsiteX11" fmla="*/ 10787848 w 14489502"/>
              <a:gd name="connsiteY11" fmla="*/ 4114800 h 4114800"/>
              <a:gd name="connsiteX12" fmla="*/ 0 w 14489502"/>
              <a:gd name="connsiteY12" fmla="*/ 0 h 4114800"/>
              <a:gd name="connsiteX13" fmla="*/ 14489502 w 14489502"/>
              <a:gd name="connsiteY13" fmla="*/ 0 h 4114800"/>
              <a:gd name="connsiteX14" fmla="*/ 14489502 w 14489502"/>
              <a:gd name="connsiteY14" fmla="*/ 4114800 h 4114800"/>
              <a:gd name="connsiteX15" fmla="*/ 13511860 w 14489502"/>
              <a:gd name="connsiteY15" fmla="*/ 4114800 h 4114800"/>
              <a:gd name="connsiteX16" fmla="*/ 13511860 w 14489502"/>
              <a:gd name="connsiteY16" fmla="*/ 3345265 h 4114800"/>
              <a:gd name="connsiteX17" fmla="*/ 13012769 w 14489502"/>
              <a:gd name="connsiteY17" fmla="*/ 3345265 h 4114800"/>
              <a:gd name="connsiteX18" fmla="*/ 12661782 w 14489502"/>
              <a:gd name="connsiteY18" fmla="*/ 4087815 h 4114800"/>
              <a:gd name="connsiteX19" fmla="*/ 12308766 w 14489502"/>
              <a:gd name="connsiteY19" fmla="*/ 3345265 h 4114800"/>
              <a:gd name="connsiteX20" fmla="*/ 11809676 w 14489502"/>
              <a:gd name="connsiteY20" fmla="*/ 3345265 h 4114800"/>
              <a:gd name="connsiteX21" fmla="*/ 11809676 w 14489502"/>
              <a:gd name="connsiteY21" fmla="*/ 4114800 h 4114800"/>
              <a:gd name="connsiteX22" fmla="*/ 11464953 w 14489502"/>
              <a:gd name="connsiteY22" fmla="*/ 4114800 h 4114800"/>
              <a:gd name="connsiteX23" fmla="*/ 11152089 w 14489502"/>
              <a:gd name="connsiteY23" fmla="*/ 3345265 h 4114800"/>
              <a:gd name="connsiteX24" fmla="*/ 10669228 w 14489502"/>
              <a:gd name="connsiteY24" fmla="*/ 3345265 h 4114800"/>
              <a:gd name="connsiteX25" fmla="*/ 10344289 w 14489502"/>
              <a:gd name="connsiteY25" fmla="*/ 4114800 h 4114800"/>
              <a:gd name="connsiteX26" fmla="*/ 9990906 w 14489502"/>
              <a:gd name="connsiteY26" fmla="*/ 4114800 h 4114800"/>
              <a:gd name="connsiteX27" fmla="*/ 9990906 w 14489502"/>
              <a:gd name="connsiteY27" fmla="*/ 3345265 h 4114800"/>
              <a:gd name="connsiteX28" fmla="*/ 9564852 w 14489502"/>
              <a:gd name="connsiteY28" fmla="*/ 3345265 h 4114800"/>
              <a:gd name="connsiteX29" fmla="*/ 9564852 w 14489502"/>
              <a:gd name="connsiteY29" fmla="*/ 4075642 h 4114800"/>
              <a:gd name="connsiteX30" fmla="*/ 9002868 w 14489502"/>
              <a:gd name="connsiteY30" fmla="*/ 3345265 h 4114800"/>
              <a:gd name="connsiteX31" fmla="*/ 8609276 w 14489502"/>
              <a:gd name="connsiteY31" fmla="*/ 3345265 h 4114800"/>
              <a:gd name="connsiteX32" fmla="*/ 8609276 w 14489502"/>
              <a:gd name="connsiteY32" fmla="*/ 4114800 h 4114800"/>
              <a:gd name="connsiteX33" fmla="*/ 7687428 w 14489502"/>
              <a:gd name="connsiteY33" fmla="*/ 4114800 h 4114800"/>
              <a:gd name="connsiteX34" fmla="*/ 7687428 w 14489502"/>
              <a:gd name="connsiteY34" fmla="*/ 3716540 h 4114800"/>
              <a:gd name="connsiteX35" fmla="*/ 8093193 w 14489502"/>
              <a:gd name="connsiteY35" fmla="*/ 3716540 h 4114800"/>
              <a:gd name="connsiteX36" fmla="*/ 8093193 w 14489502"/>
              <a:gd name="connsiteY36" fmla="*/ 3345265 h 4114800"/>
              <a:gd name="connsiteX37" fmla="*/ 6813006 w 14489502"/>
              <a:gd name="connsiteY37" fmla="*/ 3345265 h 4114800"/>
              <a:gd name="connsiteX38" fmla="*/ 6813006 w 14489502"/>
              <a:gd name="connsiteY38" fmla="*/ 3716540 h 4114800"/>
              <a:gd name="connsiteX39" fmla="*/ 7216740 w 14489502"/>
              <a:gd name="connsiteY39" fmla="*/ 3716540 h 4114800"/>
              <a:gd name="connsiteX40" fmla="*/ 7216740 w 14489502"/>
              <a:gd name="connsiteY40" fmla="*/ 4114800 h 4114800"/>
              <a:gd name="connsiteX41" fmla="*/ 6640271 w 14489502"/>
              <a:gd name="connsiteY41" fmla="*/ 4114800 h 4114800"/>
              <a:gd name="connsiteX42" fmla="*/ 6640271 w 14489502"/>
              <a:gd name="connsiteY42" fmla="*/ 3876817 h 4114800"/>
              <a:gd name="connsiteX43" fmla="*/ 5974814 w 14489502"/>
              <a:gd name="connsiteY43" fmla="*/ 3876817 h 4114800"/>
              <a:gd name="connsiteX44" fmla="*/ 5974814 w 14489502"/>
              <a:gd name="connsiteY44" fmla="*/ 3702338 h 4114800"/>
              <a:gd name="connsiteX45" fmla="*/ 6707219 w 14489502"/>
              <a:gd name="connsiteY45" fmla="*/ 3702338 h 4114800"/>
              <a:gd name="connsiteX46" fmla="*/ 6707219 w 14489502"/>
              <a:gd name="connsiteY46" fmla="*/ 3345265 h 4114800"/>
              <a:gd name="connsiteX47" fmla="*/ 5504126 w 14489502"/>
              <a:gd name="connsiteY47" fmla="*/ 3345265 h 4114800"/>
              <a:gd name="connsiteX48" fmla="*/ 5504126 w 14489502"/>
              <a:gd name="connsiteY48" fmla="*/ 4114800 h 4114800"/>
              <a:gd name="connsiteX49" fmla="*/ 5298539 w 14489502"/>
              <a:gd name="connsiteY49" fmla="*/ 4114800 h 4114800"/>
              <a:gd name="connsiteX50" fmla="*/ 5298539 w 14489502"/>
              <a:gd name="connsiteY50" fmla="*/ 3345265 h 4114800"/>
              <a:gd name="connsiteX51" fmla="*/ 4827851 w 14489502"/>
              <a:gd name="connsiteY51" fmla="*/ 3345265 h 4114800"/>
              <a:gd name="connsiteX52" fmla="*/ 4827851 w 14489502"/>
              <a:gd name="connsiteY52" fmla="*/ 4114800 h 4114800"/>
              <a:gd name="connsiteX53" fmla="*/ 4439800 w 14489502"/>
              <a:gd name="connsiteY53" fmla="*/ 4114800 h 4114800"/>
              <a:gd name="connsiteX54" fmla="*/ 4734001 w 14489502"/>
              <a:gd name="connsiteY54" fmla="*/ 3345265 h 4114800"/>
              <a:gd name="connsiteX55" fmla="*/ 4253170 w 14489502"/>
              <a:gd name="connsiteY55" fmla="*/ 3345265 h 4114800"/>
              <a:gd name="connsiteX56" fmla="*/ 4012272 w 14489502"/>
              <a:gd name="connsiteY56" fmla="*/ 4114800 h 4114800"/>
              <a:gd name="connsiteX57" fmla="*/ 3909411 w 14489502"/>
              <a:gd name="connsiteY57" fmla="*/ 4114800 h 4114800"/>
              <a:gd name="connsiteX58" fmla="*/ 3666839 w 14489502"/>
              <a:gd name="connsiteY58" fmla="*/ 3345265 h 4114800"/>
              <a:gd name="connsiteX59" fmla="*/ 3163691 w 14489502"/>
              <a:gd name="connsiteY59" fmla="*/ 3345265 h 4114800"/>
              <a:gd name="connsiteX60" fmla="*/ 3455697 w 14489502"/>
              <a:gd name="connsiteY60" fmla="*/ 4114800 h 4114800"/>
              <a:gd name="connsiteX61" fmla="*/ 0 w 14489502"/>
              <a:gd name="connsiteY61" fmla="*/ 4114800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4489502" h="4114800">
                <a:moveTo>
                  <a:pt x="9037358" y="4041152"/>
                </a:moveTo>
                <a:lnTo>
                  <a:pt x="9094137" y="4114800"/>
                </a:lnTo>
                <a:lnTo>
                  <a:pt x="9037358" y="4114800"/>
                </a:lnTo>
                <a:close/>
                <a:moveTo>
                  <a:pt x="13100009" y="3988403"/>
                </a:moveTo>
                <a:lnTo>
                  <a:pt x="13100009" y="4114800"/>
                </a:lnTo>
                <a:lnTo>
                  <a:pt x="13043610" y="4114800"/>
                </a:lnTo>
                <a:close/>
                <a:moveTo>
                  <a:pt x="12221527" y="3988403"/>
                </a:moveTo>
                <a:lnTo>
                  <a:pt x="12277926" y="4114800"/>
                </a:lnTo>
                <a:lnTo>
                  <a:pt x="12221527" y="4114800"/>
                </a:lnTo>
                <a:close/>
                <a:moveTo>
                  <a:pt x="10896457" y="3813924"/>
                </a:moveTo>
                <a:lnTo>
                  <a:pt x="11002130" y="4114800"/>
                </a:lnTo>
                <a:lnTo>
                  <a:pt x="10787848" y="4114800"/>
                </a:lnTo>
                <a:close/>
                <a:moveTo>
                  <a:pt x="0" y="0"/>
                </a:moveTo>
                <a:lnTo>
                  <a:pt x="14489502" y="0"/>
                </a:lnTo>
                <a:lnTo>
                  <a:pt x="14489502" y="4114800"/>
                </a:lnTo>
                <a:lnTo>
                  <a:pt x="13511860" y="4114800"/>
                </a:lnTo>
                <a:lnTo>
                  <a:pt x="13511860" y="3345265"/>
                </a:lnTo>
                <a:lnTo>
                  <a:pt x="13012769" y="3345265"/>
                </a:lnTo>
                <a:lnTo>
                  <a:pt x="12661782" y="4087815"/>
                </a:lnTo>
                <a:lnTo>
                  <a:pt x="12308766" y="3345265"/>
                </a:lnTo>
                <a:lnTo>
                  <a:pt x="11809676" y="3345265"/>
                </a:lnTo>
                <a:lnTo>
                  <a:pt x="11809676" y="4114800"/>
                </a:lnTo>
                <a:lnTo>
                  <a:pt x="11464953" y="4114800"/>
                </a:lnTo>
                <a:lnTo>
                  <a:pt x="11152089" y="3345265"/>
                </a:lnTo>
                <a:lnTo>
                  <a:pt x="10669228" y="3345265"/>
                </a:lnTo>
                <a:lnTo>
                  <a:pt x="10344289" y="4114800"/>
                </a:lnTo>
                <a:lnTo>
                  <a:pt x="9990906" y="4114800"/>
                </a:lnTo>
                <a:lnTo>
                  <a:pt x="9990906" y="3345265"/>
                </a:lnTo>
                <a:lnTo>
                  <a:pt x="9564852" y="3345265"/>
                </a:lnTo>
                <a:lnTo>
                  <a:pt x="9564852" y="4075642"/>
                </a:lnTo>
                <a:lnTo>
                  <a:pt x="9002868" y="3345265"/>
                </a:lnTo>
                <a:lnTo>
                  <a:pt x="8609276" y="3345265"/>
                </a:lnTo>
                <a:lnTo>
                  <a:pt x="8609276" y="4114800"/>
                </a:lnTo>
                <a:lnTo>
                  <a:pt x="7687428" y="4114800"/>
                </a:lnTo>
                <a:lnTo>
                  <a:pt x="7687428" y="3716540"/>
                </a:lnTo>
                <a:lnTo>
                  <a:pt x="8093193" y="3716540"/>
                </a:lnTo>
                <a:lnTo>
                  <a:pt x="8093193" y="3345265"/>
                </a:lnTo>
                <a:lnTo>
                  <a:pt x="6813006" y="3345265"/>
                </a:lnTo>
                <a:lnTo>
                  <a:pt x="6813006" y="3716540"/>
                </a:lnTo>
                <a:lnTo>
                  <a:pt x="7216740" y="3716540"/>
                </a:lnTo>
                <a:lnTo>
                  <a:pt x="7216740" y="4114800"/>
                </a:lnTo>
                <a:lnTo>
                  <a:pt x="6640271" y="4114800"/>
                </a:lnTo>
                <a:lnTo>
                  <a:pt x="6640271" y="3876817"/>
                </a:lnTo>
                <a:lnTo>
                  <a:pt x="5974814" y="3876817"/>
                </a:lnTo>
                <a:lnTo>
                  <a:pt x="5974814" y="3702338"/>
                </a:lnTo>
                <a:lnTo>
                  <a:pt x="6707219" y="3702338"/>
                </a:lnTo>
                <a:lnTo>
                  <a:pt x="6707219" y="3345265"/>
                </a:lnTo>
                <a:lnTo>
                  <a:pt x="5504126" y="3345265"/>
                </a:lnTo>
                <a:lnTo>
                  <a:pt x="5504126" y="4114800"/>
                </a:lnTo>
                <a:lnTo>
                  <a:pt x="5298539" y="4114800"/>
                </a:lnTo>
                <a:lnTo>
                  <a:pt x="5298539" y="3345265"/>
                </a:lnTo>
                <a:lnTo>
                  <a:pt x="4827851" y="3345265"/>
                </a:lnTo>
                <a:lnTo>
                  <a:pt x="4827851" y="4114800"/>
                </a:lnTo>
                <a:lnTo>
                  <a:pt x="4439800" y="4114800"/>
                </a:lnTo>
                <a:lnTo>
                  <a:pt x="4734001" y="3345265"/>
                </a:lnTo>
                <a:lnTo>
                  <a:pt x="4253170" y="3345265"/>
                </a:lnTo>
                <a:lnTo>
                  <a:pt x="4012272" y="4114800"/>
                </a:lnTo>
                <a:lnTo>
                  <a:pt x="3909411" y="4114800"/>
                </a:lnTo>
                <a:lnTo>
                  <a:pt x="3666839" y="3345265"/>
                </a:lnTo>
                <a:lnTo>
                  <a:pt x="3163691" y="3345265"/>
                </a:lnTo>
                <a:lnTo>
                  <a:pt x="3455697" y="4114800"/>
                </a:lnTo>
                <a:lnTo>
                  <a:pt x="0" y="41148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FF426A97-EF24-5DB3-8805-956D7DBC2B64}"/>
              </a:ext>
            </a:extLst>
          </p:cNvPr>
          <p:cNvSpPr/>
          <p:nvPr/>
        </p:nvSpPr>
        <p:spPr>
          <a:xfrm>
            <a:off x="-2297502" y="3429000"/>
            <a:ext cx="14489502" cy="3429000"/>
          </a:xfrm>
          <a:custGeom>
            <a:avLst/>
            <a:gdLst>
              <a:gd name="connsiteX0" fmla="*/ 10787848 w 14489502"/>
              <a:gd name="connsiteY0" fmla="*/ 0 h 3429000"/>
              <a:gd name="connsiteX1" fmla="*/ 11002130 w 14489502"/>
              <a:gd name="connsiteY1" fmla="*/ 0 h 3429000"/>
              <a:gd name="connsiteX2" fmla="*/ 11042532 w 14489502"/>
              <a:gd name="connsiteY2" fmla="*/ 115033 h 3429000"/>
              <a:gd name="connsiteX3" fmla="*/ 10746324 w 14489502"/>
              <a:gd name="connsiteY3" fmla="*/ 115033 h 3429000"/>
              <a:gd name="connsiteX4" fmla="*/ 3909411 w 14489502"/>
              <a:gd name="connsiteY4" fmla="*/ 0 h 3429000"/>
              <a:gd name="connsiteX5" fmla="*/ 4012272 w 14489502"/>
              <a:gd name="connsiteY5" fmla="*/ 0 h 3429000"/>
              <a:gd name="connsiteX6" fmla="*/ 3961019 w 14489502"/>
              <a:gd name="connsiteY6" fmla="*/ 163724 h 3429000"/>
              <a:gd name="connsiteX7" fmla="*/ 0 w 14489502"/>
              <a:gd name="connsiteY7" fmla="*/ 0 h 3429000"/>
              <a:gd name="connsiteX8" fmla="*/ 3455697 w 14489502"/>
              <a:gd name="connsiteY8" fmla="*/ 0 h 3429000"/>
              <a:gd name="connsiteX9" fmla="*/ 3703358 w 14489502"/>
              <a:gd name="connsiteY9" fmla="*/ 652671 h 3429000"/>
              <a:gd name="connsiteX10" fmla="*/ 4190276 w 14489502"/>
              <a:gd name="connsiteY10" fmla="*/ 652671 h 3429000"/>
              <a:gd name="connsiteX11" fmla="*/ 4439800 w 14489502"/>
              <a:gd name="connsiteY11" fmla="*/ 0 h 3429000"/>
              <a:gd name="connsiteX12" fmla="*/ 4827851 w 14489502"/>
              <a:gd name="connsiteY12" fmla="*/ 0 h 3429000"/>
              <a:gd name="connsiteX13" fmla="*/ 4827851 w 14489502"/>
              <a:gd name="connsiteY13" fmla="*/ 652671 h 3429000"/>
              <a:gd name="connsiteX14" fmla="*/ 5298539 w 14489502"/>
              <a:gd name="connsiteY14" fmla="*/ 652671 h 3429000"/>
              <a:gd name="connsiteX15" fmla="*/ 5298539 w 14489502"/>
              <a:gd name="connsiteY15" fmla="*/ 0 h 3429000"/>
              <a:gd name="connsiteX16" fmla="*/ 5504126 w 14489502"/>
              <a:gd name="connsiteY16" fmla="*/ 0 h 3429000"/>
              <a:gd name="connsiteX17" fmla="*/ 5504126 w 14489502"/>
              <a:gd name="connsiteY17" fmla="*/ 652671 h 3429000"/>
              <a:gd name="connsiteX18" fmla="*/ 6725479 w 14489502"/>
              <a:gd name="connsiteY18" fmla="*/ 652671 h 3429000"/>
              <a:gd name="connsiteX19" fmla="*/ 6725479 w 14489502"/>
              <a:gd name="connsiteY19" fmla="*/ 295598 h 3429000"/>
              <a:gd name="connsiteX20" fmla="*/ 5974814 w 14489502"/>
              <a:gd name="connsiteY20" fmla="*/ 295598 h 3429000"/>
              <a:gd name="connsiteX21" fmla="*/ 5974814 w 14489502"/>
              <a:gd name="connsiteY21" fmla="*/ 119090 h 3429000"/>
              <a:gd name="connsiteX22" fmla="*/ 6640271 w 14489502"/>
              <a:gd name="connsiteY22" fmla="*/ 119090 h 3429000"/>
              <a:gd name="connsiteX23" fmla="*/ 6640271 w 14489502"/>
              <a:gd name="connsiteY23" fmla="*/ 0 h 3429000"/>
              <a:gd name="connsiteX24" fmla="*/ 7216740 w 14489502"/>
              <a:gd name="connsiteY24" fmla="*/ 0 h 3429000"/>
              <a:gd name="connsiteX25" fmla="*/ 7216740 w 14489502"/>
              <a:gd name="connsiteY25" fmla="*/ 652671 h 3429000"/>
              <a:gd name="connsiteX26" fmla="*/ 7687428 w 14489502"/>
              <a:gd name="connsiteY26" fmla="*/ 652671 h 3429000"/>
              <a:gd name="connsiteX27" fmla="*/ 7687428 w 14489502"/>
              <a:gd name="connsiteY27" fmla="*/ 0 h 3429000"/>
              <a:gd name="connsiteX28" fmla="*/ 8609276 w 14489502"/>
              <a:gd name="connsiteY28" fmla="*/ 0 h 3429000"/>
              <a:gd name="connsiteX29" fmla="*/ 8609276 w 14489502"/>
              <a:gd name="connsiteY29" fmla="*/ 652671 h 3429000"/>
              <a:gd name="connsiteX30" fmla="*/ 9037358 w 14489502"/>
              <a:gd name="connsiteY30" fmla="*/ 652671 h 3429000"/>
              <a:gd name="connsiteX31" fmla="*/ 9037358 w 14489502"/>
              <a:gd name="connsiteY31" fmla="*/ 0 h 3429000"/>
              <a:gd name="connsiteX32" fmla="*/ 9094137 w 14489502"/>
              <a:gd name="connsiteY32" fmla="*/ 0 h 3429000"/>
              <a:gd name="connsiteX33" fmla="*/ 9597313 w 14489502"/>
              <a:gd name="connsiteY33" fmla="*/ 652671 h 3429000"/>
              <a:gd name="connsiteX34" fmla="*/ 9990906 w 14489502"/>
              <a:gd name="connsiteY34" fmla="*/ 652671 h 3429000"/>
              <a:gd name="connsiteX35" fmla="*/ 9990906 w 14489502"/>
              <a:gd name="connsiteY35" fmla="*/ 0 h 3429000"/>
              <a:gd name="connsiteX36" fmla="*/ 10344289 w 14489502"/>
              <a:gd name="connsiteY36" fmla="*/ 0 h 3429000"/>
              <a:gd name="connsiteX37" fmla="*/ 10068696 w 14489502"/>
              <a:gd name="connsiteY37" fmla="*/ 652671 h 3429000"/>
              <a:gd name="connsiteX38" fmla="*/ 10551557 w 14489502"/>
              <a:gd name="connsiteY38" fmla="*/ 652671 h 3429000"/>
              <a:gd name="connsiteX39" fmla="*/ 10624594 w 14489502"/>
              <a:gd name="connsiteY39" fmla="*/ 451818 h 3429000"/>
              <a:gd name="connsiteX40" fmla="*/ 11158175 w 14489502"/>
              <a:gd name="connsiteY40" fmla="*/ 451818 h 3429000"/>
              <a:gd name="connsiteX41" fmla="*/ 11229184 w 14489502"/>
              <a:gd name="connsiteY41" fmla="*/ 652671 h 3429000"/>
              <a:gd name="connsiteX42" fmla="*/ 11730304 w 14489502"/>
              <a:gd name="connsiteY42" fmla="*/ 652671 h 3429000"/>
              <a:gd name="connsiteX43" fmla="*/ 11464953 w 14489502"/>
              <a:gd name="connsiteY43" fmla="*/ 0 h 3429000"/>
              <a:gd name="connsiteX44" fmla="*/ 11809676 w 14489502"/>
              <a:gd name="connsiteY44" fmla="*/ 0 h 3429000"/>
              <a:gd name="connsiteX45" fmla="*/ 11809676 w 14489502"/>
              <a:gd name="connsiteY45" fmla="*/ 652671 h 3429000"/>
              <a:gd name="connsiteX46" fmla="*/ 12221527 w 14489502"/>
              <a:gd name="connsiteY46" fmla="*/ 652671 h 3429000"/>
              <a:gd name="connsiteX47" fmla="*/ 12221527 w 14489502"/>
              <a:gd name="connsiteY47" fmla="*/ 0 h 3429000"/>
              <a:gd name="connsiteX48" fmla="*/ 12277926 w 14489502"/>
              <a:gd name="connsiteY48" fmla="*/ 0 h 3429000"/>
              <a:gd name="connsiteX49" fmla="*/ 12507591 w 14489502"/>
              <a:gd name="connsiteY49" fmla="*/ 514711 h 3429000"/>
              <a:gd name="connsiteX50" fmla="*/ 12813945 w 14489502"/>
              <a:gd name="connsiteY50" fmla="*/ 514711 h 3429000"/>
              <a:gd name="connsiteX51" fmla="*/ 13043610 w 14489502"/>
              <a:gd name="connsiteY51" fmla="*/ 0 h 3429000"/>
              <a:gd name="connsiteX52" fmla="*/ 13100009 w 14489502"/>
              <a:gd name="connsiteY52" fmla="*/ 0 h 3429000"/>
              <a:gd name="connsiteX53" fmla="*/ 13100009 w 14489502"/>
              <a:gd name="connsiteY53" fmla="*/ 652671 h 3429000"/>
              <a:gd name="connsiteX54" fmla="*/ 13511860 w 14489502"/>
              <a:gd name="connsiteY54" fmla="*/ 652671 h 3429000"/>
              <a:gd name="connsiteX55" fmla="*/ 13511860 w 14489502"/>
              <a:gd name="connsiteY55" fmla="*/ 0 h 3429000"/>
              <a:gd name="connsiteX56" fmla="*/ 14489502 w 14489502"/>
              <a:gd name="connsiteY56" fmla="*/ 0 h 3429000"/>
              <a:gd name="connsiteX57" fmla="*/ 14489502 w 14489502"/>
              <a:gd name="connsiteY57" fmla="*/ 3429000 h 3429000"/>
              <a:gd name="connsiteX58" fmla="*/ 0 w 14489502"/>
              <a:gd name="connsiteY58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4489502" h="3429000">
                <a:moveTo>
                  <a:pt x="10787848" y="0"/>
                </a:moveTo>
                <a:lnTo>
                  <a:pt x="11002130" y="0"/>
                </a:lnTo>
                <a:lnTo>
                  <a:pt x="11042532" y="115033"/>
                </a:lnTo>
                <a:lnTo>
                  <a:pt x="10746324" y="115033"/>
                </a:lnTo>
                <a:close/>
                <a:moveTo>
                  <a:pt x="3909411" y="0"/>
                </a:moveTo>
                <a:lnTo>
                  <a:pt x="4012272" y="0"/>
                </a:lnTo>
                <a:lnTo>
                  <a:pt x="3961019" y="163724"/>
                </a:lnTo>
                <a:close/>
                <a:moveTo>
                  <a:pt x="0" y="0"/>
                </a:moveTo>
                <a:lnTo>
                  <a:pt x="3455697" y="0"/>
                </a:lnTo>
                <a:lnTo>
                  <a:pt x="3703358" y="652671"/>
                </a:lnTo>
                <a:lnTo>
                  <a:pt x="4190276" y="652671"/>
                </a:lnTo>
                <a:lnTo>
                  <a:pt x="4439800" y="0"/>
                </a:lnTo>
                <a:lnTo>
                  <a:pt x="4827851" y="0"/>
                </a:lnTo>
                <a:lnTo>
                  <a:pt x="4827851" y="652671"/>
                </a:lnTo>
                <a:lnTo>
                  <a:pt x="5298539" y="652671"/>
                </a:lnTo>
                <a:lnTo>
                  <a:pt x="5298539" y="0"/>
                </a:lnTo>
                <a:lnTo>
                  <a:pt x="5504126" y="0"/>
                </a:lnTo>
                <a:lnTo>
                  <a:pt x="5504126" y="652671"/>
                </a:lnTo>
                <a:lnTo>
                  <a:pt x="6725479" y="652671"/>
                </a:lnTo>
                <a:lnTo>
                  <a:pt x="6725479" y="295598"/>
                </a:lnTo>
                <a:lnTo>
                  <a:pt x="5974814" y="295598"/>
                </a:lnTo>
                <a:lnTo>
                  <a:pt x="5974814" y="119090"/>
                </a:lnTo>
                <a:lnTo>
                  <a:pt x="6640271" y="119090"/>
                </a:lnTo>
                <a:lnTo>
                  <a:pt x="6640271" y="0"/>
                </a:lnTo>
                <a:lnTo>
                  <a:pt x="7216740" y="0"/>
                </a:lnTo>
                <a:lnTo>
                  <a:pt x="7216740" y="652671"/>
                </a:lnTo>
                <a:lnTo>
                  <a:pt x="7687428" y="652671"/>
                </a:lnTo>
                <a:lnTo>
                  <a:pt x="7687428" y="0"/>
                </a:lnTo>
                <a:lnTo>
                  <a:pt x="8609276" y="0"/>
                </a:lnTo>
                <a:lnTo>
                  <a:pt x="8609276" y="652671"/>
                </a:lnTo>
                <a:lnTo>
                  <a:pt x="9037358" y="652671"/>
                </a:lnTo>
                <a:lnTo>
                  <a:pt x="9037358" y="0"/>
                </a:lnTo>
                <a:lnTo>
                  <a:pt x="9094137" y="0"/>
                </a:lnTo>
                <a:lnTo>
                  <a:pt x="9597313" y="652671"/>
                </a:lnTo>
                <a:lnTo>
                  <a:pt x="9990906" y="652671"/>
                </a:lnTo>
                <a:lnTo>
                  <a:pt x="9990906" y="0"/>
                </a:lnTo>
                <a:lnTo>
                  <a:pt x="10344289" y="0"/>
                </a:lnTo>
                <a:lnTo>
                  <a:pt x="10068696" y="652671"/>
                </a:lnTo>
                <a:lnTo>
                  <a:pt x="10551557" y="652671"/>
                </a:lnTo>
                <a:lnTo>
                  <a:pt x="10624594" y="451818"/>
                </a:lnTo>
                <a:lnTo>
                  <a:pt x="11158175" y="451818"/>
                </a:lnTo>
                <a:lnTo>
                  <a:pt x="11229184" y="652671"/>
                </a:lnTo>
                <a:lnTo>
                  <a:pt x="11730304" y="652671"/>
                </a:lnTo>
                <a:lnTo>
                  <a:pt x="11464953" y="0"/>
                </a:lnTo>
                <a:lnTo>
                  <a:pt x="11809676" y="0"/>
                </a:lnTo>
                <a:lnTo>
                  <a:pt x="11809676" y="652671"/>
                </a:lnTo>
                <a:lnTo>
                  <a:pt x="12221527" y="652671"/>
                </a:lnTo>
                <a:lnTo>
                  <a:pt x="12221527" y="0"/>
                </a:lnTo>
                <a:lnTo>
                  <a:pt x="12277926" y="0"/>
                </a:lnTo>
                <a:lnTo>
                  <a:pt x="12507591" y="514711"/>
                </a:lnTo>
                <a:lnTo>
                  <a:pt x="12813945" y="514711"/>
                </a:lnTo>
                <a:lnTo>
                  <a:pt x="13043610" y="0"/>
                </a:lnTo>
                <a:lnTo>
                  <a:pt x="13100009" y="0"/>
                </a:lnTo>
                <a:lnTo>
                  <a:pt x="13100009" y="652671"/>
                </a:lnTo>
                <a:lnTo>
                  <a:pt x="13511860" y="652671"/>
                </a:lnTo>
                <a:lnTo>
                  <a:pt x="13511860" y="0"/>
                </a:lnTo>
                <a:lnTo>
                  <a:pt x="14489502" y="0"/>
                </a:lnTo>
                <a:lnTo>
                  <a:pt x="1448950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51991"/>
      </p:ext>
    </p:extLst>
  </p:cSld>
  <p:clrMapOvr>
    <a:masterClrMapping/>
  </p:clrMapOvr>
  <p:transition advTm="832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Bãi rêu Nha Trang - Khám phá tọa độ sống ảo HOT HIT 2024">
            <a:extLst>
              <a:ext uri="{FF2B5EF4-FFF2-40B4-BE49-F238E27FC236}">
                <a16:creationId xmlns:a16="http://schemas.microsoft.com/office/drawing/2014/main" id="{96124298-7B4C-58C5-AC0F-AF3C7F108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5978" y="-861646"/>
            <a:ext cx="13278415" cy="838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Bãi rêu Nha Trang - Khám phá tọa độ sống ảo HOT HIT 2024">
            <a:extLst>
              <a:ext uri="{FF2B5EF4-FFF2-40B4-BE49-F238E27FC236}">
                <a16:creationId xmlns:a16="http://schemas.microsoft.com/office/drawing/2014/main" id="{43236C17-08DB-407B-1924-6930B8126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396" t="13457" r="26899" b="8194"/>
          <a:stretch>
            <a:fillRect/>
          </a:stretch>
        </p:blipFill>
        <p:spPr bwMode="auto">
          <a:xfrm>
            <a:off x="2946439" y="174034"/>
            <a:ext cx="6626456" cy="6869905"/>
          </a:xfrm>
          <a:custGeom>
            <a:avLst/>
            <a:gdLst>
              <a:gd name="connsiteX0" fmla="*/ 2910193 w 5820386"/>
              <a:gd name="connsiteY0" fmla="*/ 0 h 5671690"/>
              <a:gd name="connsiteX1" fmla="*/ 5820386 w 5820386"/>
              <a:gd name="connsiteY1" fmla="*/ 2835845 h 5671690"/>
              <a:gd name="connsiteX2" fmla="*/ 2910193 w 5820386"/>
              <a:gd name="connsiteY2" fmla="*/ 5671690 h 5671690"/>
              <a:gd name="connsiteX3" fmla="*/ 0 w 5820386"/>
              <a:gd name="connsiteY3" fmla="*/ 2835845 h 5671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0386" h="5671690">
                <a:moveTo>
                  <a:pt x="2910193" y="0"/>
                </a:moveTo>
                <a:lnTo>
                  <a:pt x="5820386" y="2835845"/>
                </a:lnTo>
                <a:lnTo>
                  <a:pt x="2910193" y="5671690"/>
                </a:lnTo>
                <a:lnTo>
                  <a:pt x="0" y="283584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4B5086CE-1FA0-E8B8-5D31-F7EC6785391C}"/>
              </a:ext>
            </a:extLst>
          </p:cNvPr>
          <p:cNvSpPr/>
          <p:nvPr/>
        </p:nvSpPr>
        <p:spPr>
          <a:xfrm>
            <a:off x="-2297502" y="-4800600"/>
            <a:ext cx="14489502" cy="4114800"/>
          </a:xfrm>
          <a:custGeom>
            <a:avLst/>
            <a:gdLst>
              <a:gd name="connsiteX0" fmla="*/ 9037358 w 14489502"/>
              <a:gd name="connsiteY0" fmla="*/ 4041152 h 4114800"/>
              <a:gd name="connsiteX1" fmla="*/ 9094137 w 14489502"/>
              <a:gd name="connsiteY1" fmla="*/ 4114800 h 4114800"/>
              <a:gd name="connsiteX2" fmla="*/ 9037358 w 14489502"/>
              <a:gd name="connsiteY2" fmla="*/ 4114800 h 4114800"/>
              <a:gd name="connsiteX3" fmla="*/ 13100009 w 14489502"/>
              <a:gd name="connsiteY3" fmla="*/ 3988403 h 4114800"/>
              <a:gd name="connsiteX4" fmla="*/ 13100009 w 14489502"/>
              <a:gd name="connsiteY4" fmla="*/ 4114800 h 4114800"/>
              <a:gd name="connsiteX5" fmla="*/ 13043610 w 14489502"/>
              <a:gd name="connsiteY5" fmla="*/ 4114800 h 4114800"/>
              <a:gd name="connsiteX6" fmla="*/ 12221527 w 14489502"/>
              <a:gd name="connsiteY6" fmla="*/ 3988403 h 4114800"/>
              <a:gd name="connsiteX7" fmla="*/ 12277926 w 14489502"/>
              <a:gd name="connsiteY7" fmla="*/ 4114800 h 4114800"/>
              <a:gd name="connsiteX8" fmla="*/ 12221527 w 14489502"/>
              <a:gd name="connsiteY8" fmla="*/ 4114800 h 4114800"/>
              <a:gd name="connsiteX9" fmla="*/ 10896457 w 14489502"/>
              <a:gd name="connsiteY9" fmla="*/ 3813924 h 4114800"/>
              <a:gd name="connsiteX10" fmla="*/ 11002130 w 14489502"/>
              <a:gd name="connsiteY10" fmla="*/ 4114800 h 4114800"/>
              <a:gd name="connsiteX11" fmla="*/ 10787848 w 14489502"/>
              <a:gd name="connsiteY11" fmla="*/ 4114800 h 4114800"/>
              <a:gd name="connsiteX12" fmla="*/ 0 w 14489502"/>
              <a:gd name="connsiteY12" fmla="*/ 0 h 4114800"/>
              <a:gd name="connsiteX13" fmla="*/ 14489502 w 14489502"/>
              <a:gd name="connsiteY13" fmla="*/ 0 h 4114800"/>
              <a:gd name="connsiteX14" fmla="*/ 14489502 w 14489502"/>
              <a:gd name="connsiteY14" fmla="*/ 4114800 h 4114800"/>
              <a:gd name="connsiteX15" fmla="*/ 13511860 w 14489502"/>
              <a:gd name="connsiteY15" fmla="*/ 4114800 h 4114800"/>
              <a:gd name="connsiteX16" fmla="*/ 13511860 w 14489502"/>
              <a:gd name="connsiteY16" fmla="*/ 3345265 h 4114800"/>
              <a:gd name="connsiteX17" fmla="*/ 13012769 w 14489502"/>
              <a:gd name="connsiteY17" fmla="*/ 3345265 h 4114800"/>
              <a:gd name="connsiteX18" fmla="*/ 12661782 w 14489502"/>
              <a:gd name="connsiteY18" fmla="*/ 4087815 h 4114800"/>
              <a:gd name="connsiteX19" fmla="*/ 12308766 w 14489502"/>
              <a:gd name="connsiteY19" fmla="*/ 3345265 h 4114800"/>
              <a:gd name="connsiteX20" fmla="*/ 11809676 w 14489502"/>
              <a:gd name="connsiteY20" fmla="*/ 3345265 h 4114800"/>
              <a:gd name="connsiteX21" fmla="*/ 11809676 w 14489502"/>
              <a:gd name="connsiteY21" fmla="*/ 4114800 h 4114800"/>
              <a:gd name="connsiteX22" fmla="*/ 11464953 w 14489502"/>
              <a:gd name="connsiteY22" fmla="*/ 4114800 h 4114800"/>
              <a:gd name="connsiteX23" fmla="*/ 11152089 w 14489502"/>
              <a:gd name="connsiteY23" fmla="*/ 3345265 h 4114800"/>
              <a:gd name="connsiteX24" fmla="*/ 10669228 w 14489502"/>
              <a:gd name="connsiteY24" fmla="*/ 3345265 h 4114800"/>
              <a:gd name="connsiteX25" fmla="*/ 10344289 w 14489502"/>
              <a:gd name="connsiteY25" fmla="*/ 4114800 h 4114800"/>
              <a:gd name="connsiteX26" fmla="*/ 9990906 w 14489502"/>
              <a:gd name="connsiteY26" fmla="*/ 4114800 h 4114800"/>
              <a:gd name="connsiteX27" fmla="*/ 9990906 w 14489502"/>
              <a:gd name="connsiteY27" fmla="*/ 3345265 h 4114800"/>
              <a:gd name="connsiteX28" fmla="*/ 9564852 w 14489502"/>
              <a:gd name="connsiteY28" fmla="*/ 3345265 h 4114800"/>
              <a:gd name="connsiteX29" fmla="*/ 9564852 w 14489502"/>
              <a:gd name="connsiteY29" fmla="*/ 4075642 h 4114800"/>
              <a:gd name="connsiteX30" fmla="*/ 9002868 w 14489502"/>
              <a:gd name="connsiteY30" fmla="*/ 3345265 h 4114800"/>
              <a:gd name="connsiteX31" fmla="*/ 8609276 w 14489502"/>
              <a:gd name="connsiteY31" fmla="*/ 3345265 h 4114800"/>
              <a:gd name="connsiteX32" fmla="*/ 8609276 w 14489502"/>
              <a:gd name="connsiteY32" fmla="*/ 4114800 h 4114800"/>
              <a:gd name="connsiteX33" fmla="*/ 7687428 w 14489502"/>
              <a:gd name="connsiteY33" fmla="*/ 4114800 h 4114800"/>
              <a:gd name="connsiteX34" fmla="*/ 7687428 w 14489502"/>
              <a:gd name="connsiteY34" fmla="*/ 3716540 h 4114800"/>
              <a:gd name="connsiteX35" fmla="*/ 8093193 w 14489502"/>
              <a:gd name="connsiteY35" fmla="*/ 3716540 h 4114800"/>
              <a:gd name="connsiteX36" fmla="*/ 8093193 w 14489502"/>
              <a:gd name="connsiteY36" fmla="*/ 3345265 h 4114800"/>
              <a:gd name="connsiteX37" fmla="*/ 6813006 w 14489502"/>
              <a:gd name="connsiteY37" fmla="*/ 3345265 h 4114800"/>
              <a:gd name="connsiteX38" fmla="*/ 6813006 w 14489502"/>
              <a:gd name="connsiteY38" fmla="*/ 3716540 h 4114800"/>
              <a:gd name="connsiteX39" fmla="*/ 7216740 w 14489502"/>
              <a:gd name="connsiteY39" fmla="*/ 3716540 h 4114800"/>
              <a:gd name="connsiteX40" fmla="*/ 7216740 w 14489502"/>
              <a:gd name="connsiteY40" fmla="*/ 4114800 h 4114800"/>
              <a:gd name="connsiteX41" fmla="*/ 6640271 w 14489502"/>
              <a:gd name="connsiteY41" fmla="*/ 4114800 h 4114800"/>
              <a:gd name="connsiteX42" fmla="*/ 6640271 w 14489502"/>
              <a:gd name="connsiteY42" fmla="*/ 3876817 h 4114800"/>
              <a:gd name="connsiteX43" fmla="*/ 5974814 w 14489502"/>
              <a:gd name="connsiteY43" fmla="*/ 3876817 h 4114800"/>
              <a:gd name="connsiteX44" fmla="*/ 5974814 w 14489502"/>
              <a:gd name="connsiteY44" fmla="*/ 3702338 h 4114800"/>
              <a:gd name="connsiteX45" fmla="*/ 6707219 w 14489502"/>
              <a:gd name="connsiteY45" fmla="*/ 3702338 h 4114800"/>
              <a:gd name="connsiteX46" fmla="*/ 6707219 w 14489502"/>
              <a:gd name="connsiteY46" fmla="*/ 3345265 h 4114800"/>
              <a:gd name="connsiteX47" fmla="*/ 5504126 w 14489502"/>
              <a:gd name="connsiteY47" fmla="*/ 3345265 h 4114800"/>
              <a:gd name="connsiteX48" fmla="*/ 5504126 w 14489502"/>
              <a:gd name="connsiteY48" fmla="*/ 4114800 h 4114800"/>
              <a:gd name="connsiteX49" fmla="*/ 5298539 w 14489502"/>
              <a:gd name="connsiteY49" fmla="*/ 4114800 h 4114800"/>
              <a:gd name="connsiteX50" fmla="*/ 5298539 w 14489502"/>
              <a:gd name="connsiteY50" fmla="*/ 3345265 h 4114800"/>
              <a:gd name="connsiteX51" fmla="*/ 4827851 w 14489502"/>
              <a:gd name="connsiteY51" fmla="*/ 3345265 h 4114800"/>
              <a:gd name="connsiteX52" fmla="*/ 4827851 w 14489502"/>
              <a:gd name="connsiteY52" fmla="*/ 4114800 h 4114800"/>
              <a:gd name="connsiteX53" fmla="*/ 4439800 w 14489502"/>
              <a:gd name="connsiteY53" fmla="*/ 4114800 h 4114800"/>
              <a:gd name="connsiteX54" fmla="*/ 4734001 w 14489502"/>
              <a:gd name="connsiteY54" fmla="*/ 3345265 h 4114800"/>
              <a:gd name="connsiteX55" fmla="*/ 4253170 w 14489502"/>
              <a:gd name="connsiteY55" fmla="*/ 3345265 h 4114800"/>
              <a:gd name="connsiteX56" fmla="*/ 4012272 w 14489502"/>
              <a:gd name="connsiteY56" fmla="*/ 4114800 h 4114800"/>
              <a:gd name="connsiteX57" fmla="*/ 3909411 w 14489502"/>
              <a:gd name="connsiteY57" fmla="*/ 4114800 h 4114800"/>
              <a:gd name="connsiteX58" fmla="*/ 3666839 w 14489502"/>
              <a:gd name="connsiteY58" fmla="*/ 3345265 h 4114800"/>
              <a:gd name="connsiteX59" fmla="*/ 3163691 w 14489502"/>
              <a:gd name="connsiteY59" fmla="*/ 3345265 h 4114800"/>
              <a:gd name="connsiteX60" fmla="*/ 3455697 w 14489502"/>
              <a:gd name="connsiteY60" fmla="*/ 4114800 h 4114800"/>
              <a:gd name="connsiteX61" fmla="*/ 0 w 14489502"/>
              <a:gd name="connsiteY61" fmla="*/ 4114800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4489502" h="4114800">
                <a:moveTo>
                  <a:pt x="9037358" y="4041152"/>
                </a:moveTo>
                <a:lnTo>
                  <a:pt x="9094137" y="4114800"/>
                </a:lnTo>
                <a:lnTo>
                  <a:pt x="9037358" y="4114800"/>
                </a:lnTo>
                <a:close/>
                <a:moveTo>
                  <a:pt x="13100009" y="3988403"/>
                </a:moveTo>
                <a:lnTo>
                  <a:pt x="13100009" y="4114800"/>
                </a:lnTo>
                <a:lnTo>
                  <a:pt x="13043610" y="4114800"/>
                </a:lnTo>
                <a:close/>
                <a:moveTo>
                  <a:pt x="12221527" y="3988403"/>
                </a:moveTo>
                <a:lnTo>
                  <a:pt x="12277926" y="4114800"/>
                </a:lnTo>
                <a:lnTo>
                  <a:pt x="12221527" y="4114800"/>
                </a:lnTo>
                <a:close/>
                <a:moveTo>
                  <a:pt x="10896457" y="3813924"/>
                </a:moveTo>
                <a:lnTo>
                  <a:pt x="11002130" y="4114800"/>
                </a:lnTo>
                <a:lnTo>
                  <a:pt x="10787848" y="4114800"/>
                </a:lnTo>
                <a:close/>
                <a:moveTo>
                  <a:pt x="0" y="0"/>
                </a:moveTo>
                <a:lnTo>
                  <a:pt x="14489502" y="0"/>
                </a:lnTo>
                <a:lnTo>
                  <a:pt x="14489502" y="4114800"/>
                </a:lnTo>
                <a:lnTo>
                  <a:pt x="13511860" y="4114800"/>
                </a:lnTo>
                <a:lnTo>
                  <a:pt x="13511860" y="3345265"/>
                </a:lnTo>
                <a:lnTo>
                  <a:pt x="13012769" y="3345265"/>
                </a:lnTo>
                <a:lnTo>
                  <a:pt x="12661782" y="4087815"/>
                </a:lnTo>
                <a:lnTo>
                  <a:pt x="12308766" y="3345265"/>
                </a:lnTo>
                <a:lnTo>
                  <a:pt x="11809676" y="3345265"/>
                </a:lnTo>
                <a:lnTo>
                  <a:pt x="11809676" y="4114800"/>
                </a:lnTo>
                <a:lnTo>
                  <a:pt x="11464953" y="4114800"/>
                </a:lnTo>
                <a:lnTo>
                  <a:pt x="11152089" y="3345265"/>
                </a:lnTo>
                <a:lnTo>
                  <a:pt x="10669228" y="3345265"/>
                </a:lnTo>
                <a:lnTo>
                  <a:pt x="10344289" y="4114800"/>
                </a:lnTo>
                <a:lnTo>
                  <a:pt x="9990906" y="4114800"/>
                </a:lnTo>
                <a:lnTo>
                  <a:pt x="9990906" y="3345265"/>
                </a:lnTo>
                <a:lnTo>
                  <a:pt x="9564852" y="3345265"/>
                </a:lnTo>
                <a:lnTo>
                  <a:pt x="9564852" y="4075642"/>
                </a:lnTo>
                <a:lnTo>
                  <a:pt x="9002868" y="3345265"/>
                </a:lnTo>
                <a:lnTo>
                  <a:pt x="8609276" y="3345265"/>
                </a:lnTo>
                <a:lnTo>
                  <a:pt x="8609276" y="4114800"/>
                </a:lnTo>
                <a:lnTo>
                  <a:pt x="7687428" y="4114800"/>
                </a:lnTo>
                <a:lnTo>
                  <a:pt x="7687428" y="3716540"/>
                </a:lnTo>
                <a:lnTo>
                  <a:pt x="8093193" y="3716540"/>
                </a:lnTo>
                <a:lnTo>
                  <a:pt x="8093193" y="3345265"/>
                </a:lnTo>
                <a:lnTo>
                  <a:pt x="6813006" y="3345265"/>
                </a:lnTo>
                <a:lnTo>
                  <a:pt x="6813006" y="3716540"/>
                </a:lnTo>
                <a:lnTo>
                  <a:pt x="7216740" y="3716540"/>
                </a:lnTo>
                <a:lnTo>
                  <a:pt x="7216740" y="4114800"/>
                </a:lnTo>
                <a:lnTo>
                  <a:pt x="6640271" y="4114800"/>
                </a:lnTo>
                <a:lnTo>
                  <a:pt x="6640271" y="3876817"/>
                </a:lnTo>
                <a:lnTo>
                  <a:pt x="5974814" y="3876817"/>
                </a:lnTo>
                <a:lnTo>
                  <a:pt x="5974814" y="3702338"/>
                </a:lnTo>
                <a:lnTo>
                  <a:pt x="6707219" y="3702338"/>
                </a:lnTo>
                <a:lnTo>
                  <a:pt x="6707219" y="3345265"/>
                </a:lnTo>
                <a:lnTo>
                  <a:pt x="5504126" y="3345265"/>
                </a:lnTo>
                <a:lnTo>
                  <a:pt x="5504126" y="4114800"/>
                </a:lnTo>
                <a:lnTo>
                  <a:pt x="5298539" y="4114800"/>
                </a:lnTo>
                <a:lnTo>
                  <a:pt x="5298539" y="3345265"/>
                </a:lnTo>
                <a:lnTo>
                  <a:pt x="4827851" y="3345265"/>
                </a:lnTo>
                <a:lnTo>
                  <a:pt x="4827851" y="4114800"/>
                </a:lnTo>
                <a:lnTo>
                  <a:pt x="4439800" y="4114800"/>
                </a:lnTo>
                <a:lnTo>
                  <a:pt x="4734001" y="3345265"/>
                </a:lnTo>
                <a:lnTo>
                  <a:pt x="4253170" y="3345265"/>
                </a:lnTo>
                <a:lnTo>
                  <a:pt x="4012272" y="4114800"/>
                </a:lnTo>
                <a:lnTo>
                  <a:pt x="3909411" y="4114800"/>
                </a:lnTo>
                <a:lnTo>
                  <a:pt x="3666839" y="3345265"/>
                </a:lnTo>
                <a:lnTo>
                  <a:pt x="3163691" y="3345265"/>
                </a:lnTo>
                <a:lnTo>
                  <a:pt x="3455697" y="4114800"/>
                </a:lnTo>
                <a:lnTo>
                  <a:pt x="0" y="41148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FF426A97-EF24-5DB3-8805-956D7DBC2B64}"/>
              </a:ext>
            </a:extLst>
          </p:cNvPr>
          <p:cNvSpPr/>
          <p:nvPr/>
        </p:nvSpPr>
        <p:spPr>
          <a:xfrm>
            <a:off x="-2297502" y="7543800"/>
            <a:ext cx="14489502" cy="3429000"/>
          </a:xfrm>
          <a:custGeom>
            <a:avLst/>
            <a:gdLst>
              <a:gd name="connsiteX0" fmla="*/ 10787848 w 14489502"/>
              <a:gd name="connsiteY0" fmla="*/ 0 h 3429000"/>
              <a:gd name="connsiteX1" fmla="*/ 11002130 w 14489502"/>
              <a:gd name="connsiteY1" fmla="*/ 0 h 3429000"/>
              <a:gd name="connsiteX2" fmla="*/ 11042532 w 14489502"/>
              <a:gd name="connsiteY2" fmla="*/ 115033 h 3429000"/>
              <a:gd name="connsiteX3" fmla="*/ 10746324 w 14489502"/>
              <a:gd name="connsiteY3" fmla="*/ 115033 h 3429000"/>
              <a:gd name="connsiteX4" fmla="*/ 3909411 w 14489502"/>
              <a:gd name="connsiteY4" fmla="*/ 0 h 3429000"/>
              <a:gd name="connsiteX5" fmla="*/ 4012272 w 14489502"/>
              <a:gd name="connsiteY5" fmla="*/ 0 h 3429000"/>
              <a:gd name="connsiteX6" fmla="*/ 3961019 w 14489502"/>
              <a:gd name="connsiteY6" fmla="*/ 163724 h 3429000"/>
              <a:gd name="connsiteX7" fmla="*/ 0 w 14489502"/>
              <a:gd name="connsiteY7" fmla="*/ 0 h 3429000"/>
              <a:gd name="connsiteX8" fmla="*/ 3455697 w 14489502"/>
              <a:gd name="connsiteY8" fmla="*/ 0 h 3429000"/>
              <a:gd name="connsiteX9" fmla="*/ 3703358 w 14489502"/>
              <a:gd name="connsiteY9" fmla="*/ 652671 h 3429000"/>
              <a:gd name="connsiteX10" fmla="*/ 4190276 w 14489502"/>
              <a:gd name="connsiteY10" fmla="*/ 652671 h 3429000"/>
              <a:gd name="connsiteX11" fmla="*/ 4439800 w 14489502"/>
              <a:gd name="connsiteY11" fmla="*/ 0 h 3429000"/>
              <a:gd name="connsiteX12" fmla="*/ 4827851 w 14489502"/>
              <a:gd name="connsiteY12" fmla="*/ 0 h 3429000"/>
              <a:gd name="connsiteX13" fmla="*/ 4827851 w 14489502"/>
              <a:gd name="connsiteY13" fmla="*/ 652671 h 3429000"/>
              <a:gd name="connsiteX14" fmla="*/ 5298539 w 14489502"/>
              <a:gd name="connsiteY14" fmla="*/ 652671 h 3429000"/>
              <a:gd name="connsiteX15" fmla="*/ 5298539 w 14489502"/>
              <a:gd name="connsiteY15" fmla="*/ 0 h 3429000"/>
              <a:gd name="connsiteX16" fmla="*/ 5504126 w 14489502"/>
              <a:gd name="connsiteY16" fmla="*/ 0 h 3429000"/>
              <a:gd name="connsiteX17" fmla="*/ 5504126 w 14489502"/>
              <a:gd name="connsiteY17" fmla="*/ 652671 h 3429000"/>
              <a:gd name="connsiteX18" fmla="*/ 6725479 w 14489502"/>
              <a:gd name="connsiteY18" fmla="*/ 652671 h 3429000"/>
              <a:gd name="connsiteX19" fmla="*/ 6725479 w 14489502"/>
              <a:gd name="connsiteY19" fmla="*/ 295598 h 3429000"/>
              <a:gd name="connsiteX20" fmla="*/ 5974814 w 14489502"/>
              <a:gd name="connsiteY20" fmla="*/ 295598 h 3429000"/>
              <a:gd name="connsiteX21" fmla="*/ 5974814 w 14489502"/>
              <a:gd name="connsiteY21" fmla="*/ 119090 h 3429000"/>
              <a:gd name="connsiteX22" fmla="*/ 6640271 w 14489502"/>
              <a:gd name="connsiteY22" fmla="*/ 119090 h 3429000"/>
              <a:gd name="connsiteX23" fmla="*/ 6640271 w 14489502"/>
              <a:gd name="connsiteY23" fmla="*/ 0 h 3429000"/>
              <a:gd name="connsiteX24" fmla="*/ 7216740 w 14489502"/>
              <a:gd name="connsiteY24" fmla="*/ 0 h 3429000"/>
              <a:gd name="connsiteX25" fmla="*/ 7216740 w 14489502"/>
              <a:gd name="connsiteY25" fmla="*/ 652671 h 3429000"/>
              <a:gd name="connsiteX26" fmla="*/ 7687428 w 14489502"/>
              <a:gd name="connsiteY26" fmla="*/ 652671 h 3429000"/>
              <a:gd name="connsiteX27" fmla="*/ 7687428 w 14489502"/>
              <a:gd name="connsiteY27" fmla="*/ 0 h 3429000"/>
              <a:gd name="connsiteX28" fmla="*/ 8609276 w 14489502"/>
              <a:gd name="connsiteY28" fmla="*/ 0 h 3429000"/>
              <a:gd name="connsiteX29" fmla="*/ 8609276 w 14489502"/>
              <a:gd name="connsiteY29" fmla="*/ 652671 h 3429000"/>
              <a:gd name="connsiteX30" fmla="*/ 9037358 w 14489502"/>
              <a:gd name="connsiteY30" fmla="*/ 652671 h 3429000"/>
              <a:gd name="connsiteX31" fmla="*/ 9037358 w 14489502"/>
              <a:gd name="connsiteY31" fmla="*/ 0 h 3429000"/>
              <a:gd name="connsiteX32" fmla="*/ 9094137 w 14489502"/>
              <a:gd name="connsiteY32" fmla="*/ 0 h 3429000"/>
              <a:gd name="connsiteX33" fmla="*/ 9597313 w 14489502"/>
              <a:gd name="connsiteY33" fmla="*/ 652671 h 3429000"/>
              <a:gd name="connsiteX34" fmla="*/ 9990906 w 14489502"/>
              <a:gd name="connsiteY34" fmla="*/ 652671 h 3429000"/>
              <a:gd name="connsiteX35" fmla="*/ 9990906 w 14489502"/>
              <a:gd name="connsiteY35" fmla="*/ 0 h 3429000"/>
              <a:gd name="connsiteX36" fmla="*/ 10344289 w 14489502"/>
              <a:gd name="connsiteY36" fmla="*/ 0 h 3429000"/>
              <a:gd name="connsiteX37" fmla="*/ 10068696 w 14489502"/>
              <a:gd name="connsiteY37" fmla="*/ 652671 h 3429000"/>
              <a:gd name="connsiteX38" fmla="*/ 10551557 w 14489502"/>
              <a:gd name="connsiteY38" fmla="*/ 652671 h 3429000"/>
              <a:gd name="connsiteX39" fmla="*/ 10624594 w 14489502"/>
              <a:gd name="connsiteY39" fmla="*/ 451818 h 3429000"/>
              <a:gd name="connsiteX40" fmla="*/ 11158175 w 14489502"/>
              <a:gd name="connsiteY40" fmla="*/ 451818 h 3429000"/>
              <a:gd name="connsiteX41" fmla="*/ 11229184 w 14489502"/>
              <a:gd name="connsiteY41" fmla="*/ 652671 h 3429000"/>
              <a:gd name="connsiteX42" fmla="*/ 11730304 w 14489502"/>
              <a:gd name="connsiteY42" fmla="*/ 652671 h 3429000"/>
              <a:gd name="connsiteX43" fmla="*/ 11464953 w 14489502"/>
              <a:gd name="connsiteY43" fmla="*/ 0 h 3429000"/>
              <a:gd name="connsiteX44" fmla="*/ 11809676 w 14489502"/>
              <a:gd name="connsiteY44" fmla="*/ 0 h 3429000"/>
              <a:gd name="connsiteX45" fmla="*/ 11809676 w 14489502"/>
              <a:gd name="connsiteY45" fmla="*/ 652671 h 3429000"/>
              <a:gd name="connsiteX46" fmla="*/ 12221527 w 14489502"/>
              <a:gd name="connsiteY46" fmla="*/ 652671 h 3429000"/>
              <a:gd name="connsiteX47" fmla="*/ 12221527 w 14489502"/>
              <a:gd name="connsiteY47" fmla="*/ 0 h 3429000"/>
              <a:gd name="connsiteX48" fmla="*/ 12277926 w 14489502"/>
              <a:gd name="connsiteY48" fmla="*/ 0 h 3429000"/>
              <a:gd name="connsiteX49" fmla="*/ 12507591 w 14489502"/>
              <a:gd name="connsiteY49" fmla="*/ 514711 h 3429000"/>
              <a:gd name="connsiteX50" fmla="*/ 12813945 w 14489502"/>
              <a:gd name="connsiteY50" fmla="*/ 514711 h 3429000"/>
              <a:gd name="connsiteX51" fmla="*/ 13043610 w 14489502"/>
              <a:gd name="connsiteY51" fmla="*/ 0 h 3429000"/>
              <a:gd name="connsiteX52" fmla="*/ 13100009 w 14489502"/>
              <a:gd name="connsiteY52" fmla="*/ 0 h 3429000"/>
              <a:gd name="connsiteX53" fmla="*/ 13100009 w 14489502"/>
              <a:gd name="connsiteY53" fmla="*/ 652671 h 3429000"/>
              <a:gd name="connsiteX54" fmla="*/ 13511860 w 14489502"/>
              <a:gd name="connsiteY54" fmla="*/ 652671 h 3429000"/>
              <a:gd name="connsiteX55" fmla="*/ 13511860 w 14489502"/>
              <a:gd name="connsiteY55" fmla="*/ 0 h 3429000"/>
              <a:gd name="connsiteX56" fmla="*/ 14489502 w 14489502"/>
              <a:gd name="connsiteY56" fmla="*/ 0 h 3429000"/>
              <a:gd name="connsiteX57" fmla="*/ 14489502 w 14489502"/>
              <a:gd name="connsiteY57" fmla="*/ 3429000 h 3429000"/>
              <a:gd name="connsiteX58" fmla="*/ 0 w 14489502"/>
              <a:gd name="connsiteY58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4489502" h="3429000">
                <a:moveTo>
                  <a:pt x="10787848" y="0"/>
                </a:moveTo>
                <a:lnTo>
                  <a:pt x="11002130" y="0"/>
                </a:lnTo>
                <a:lnTo>
                  <a:pt x="11042532" y="115033"/>
                </a:lnTo>
                <a:lnTo>
                  <a:pt x="10746324" y="115033"/>
                </a:lnTo>
                <a:close/>
                <a:moveTo>
                  <a:pt x="3909411" y="0"/>
                </a:moveTo>
                <a:lnTo>
                  <a:pt x="4012272" y="0"/>
                </a:lnTo>
                <a:lnTo>
                  <a:pt x="3961019" y="163724"/>
                </a:lnTo>
                <a:close/>
                <a:moveTo>
                  <a:pt x="0" y="0"/>
                </a:moveTo>
                <a:lnTo>
                  <a:pt x="3455697" y="0"/>
                </a:lnTo>
                <a:lnTo>
                  <a:pt x="3703358" y="652671"/>
                </a:lnTo>
                <a:lnTo>
                  <a:pt x="4190276" y="652671"/>
                </a:lnTo>
                <a:lnTo>
                  <a:pt x="4439800" y="0"/>
                </a:lnTo>
                <a:lnTo>
                  <a:pt x="4827851" y="0"/>
                </a:lnTo>
                <a:lnTo>
                  <a:pt x="4827851" y="652671"/>
                </a:lnTo>
                <a:lnTo>
                  <a:pt x="5298539" y="652671"/>
                </a:lnTo>
                <a:lnTo>
                  <a:pt x="5298539" y="0"/>
                </a:lnTo>
                <a:lnTo>
                  <a:pt x="5504126" y="0"/>
                </a:lnTo>
                <a:lnTo>
                  <a:pt x="5504126" y="652671"/>
                </a:lnTo>
                <a:lnTo>
                  <a:pt x="6725479" y="652671"/>
                </a:lnTo>
                <a:lnTo>
                  <a:pt x="6725479" y="295598"/>
                </a:lnTo>
                <a:lnTo>
                  <a:pt x="5974814" y="295598"/>
                </a:lnTo>
                <a:lnTo>
                  <a:pt x="5974814" y="119090"/>
                </a:lnTo>
                <a:lnTo>
                  <a:pt x="6640271" y="119090"/>
                </a:lnTo>
                <a:lnTo>
                  <a:pt x="6640271" y="0"/>
                </a:lnTo>
                <a:lnTo>
                  <a:pt x="7216740" y="0"/>
                </a:lnTo>
                <a:lnTo>
                  <a:pt x="7216740" y="652671"/>
                </a:lnTo>
                <a:lnTo>
                  <a:pt x="7687428" y="652671"/>
                </a:lnTo>
                <a:lnTo>
                  <a:pt x="7687428" y="0"/>
                </a:lnTo>
                <a:lnTo>
                  <a:pt x="8609276" y="0"/>
                </a:lnTo>
                <a:lnTo>
                  <a:pt x="8609276" y="652671"/>
                </a:lnTo>
                <a:lnTo>
                  <a:pt x="9037358" y="652671"/>
                </a:lnTo>
                <a:lnTo>
                  <a:pt x="9037358" y="0"/>
                </a:lnTo>
                <a:lnTo>
                  <a:pt x="9094137" y="0"/>
                </a:lnTo>
                <a:lnTo>
                  <a:pt x="9597313" y="652671"/>
                </a:lnTo>
                <a:lnTo>
                  <a:pt x="9990906" y="652671"/>
                </a:lnTo>
                <a:lnTo>
                  <a:pt x="9990906" y="0"/>
                </a:lnTo>
                <a:lnTo>
                  <a:pt x="10344289" y="0"/>
                </a:lnTo>
                <a:lnTo>
                  <a:pt x="10068696" y="652671"/>
                </a:lnTo>
                <a:lnTo>
                  <a:pt x="10551557" y="652671"/>
                </a:lnTo>
                <a:lnTo>
                  <a:pt x="10624594" y="451818"/>
                </a:lnTo>
                <a:lnTo>
                  <a:pt x="11158175" y="451818"/>
                </a:lnTo>
                <a:lnTo>
                  <a:pt x="11229184" y="652671"/>
                </a:lnTo>
                <a:lnTo>
                  <a:pt x="11730304" y="652671"/>
                </a:lnTo>
                <a:lnTo>
                  <a:pt x="11464953" y="0"/>
                </a:lnTo>
                <a:lnTo>
                  <a:pt x="11809676" y="0"/>
                </a:lnTo>
                <a:lnTo>
                  <a:pt x="11809676" y="652671"/>
                </a:lnTo>
                <a:lnTo>
                  <a:pt x="12221527" y="652671"/>
                </a:lnTo>
                <a:lnTo>
                  <a:pt x="12221527" y="0"/>
                </a:lnTo>
                <a:lnTo>
                  <a:pt x="12277926" y="0"/>
                </a:lnTo>
                <a:lnTo>
                  <a:pt x="12507591" y="514711"/>
                </a:lnTo>
                <a:lnTo>
                  <a:pt x="12813945" y="514711"/>
                </a:lnTo>
                <a:lnTo>
                  <a:pt x="13043610" y="0"/>
                </a:lnTo>
                <a:lnTo>
                  <a:pt x="13100009" y="0"/>
                </a:lnTo>
                <a:lnTo>
                  <a:pt x="13100009" y="652671"/>
                </a:lnTo>
                <a:lnTo>
                  <a:pt x="13511860" y="652671"/>
                </a:lnTo>
                <a:lnTo>
                  <a:pt x="13511860" y="0"/>
                </a:lnTo>
                <a:lnTo>
                  <a:pt x="14489502" y="0"/>
                </a:lnTo>
                <a:lnTo>
                  <a:pt x="1448950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07CCF01B-C462-030B-D3C2-89FB42D27DF2}"/>
              </a:ext>
            </a:extLst>
          </p:cNvPr>
          <p:cNvSpPr/>
          <p:nvPr/>
        </p:nvSpPr>
        <p:spPr>
          <a:xfrm rot="10800000">
            <a:off x="3484120" y="1145830"/>
            <a:ext cx="5461657" cy="5322126"/>
          </a:xfrm>
          <a:prstGeom prst="diamond">
            <a:avLst/>
          </a:prstGeom>
          <a:solidFill>
            <a:srgbClr val="263F10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048D13-BFBF-BFC1-2884-AC87CAFF97B5}"/>
              </a:ext>
            </a:extLst>
          </p:cNvPr>
          <p:cNvSpPr txBox="1"/>
          <p:nvPr/>
        </p:nvSpPr>
        <p:spPr>
          <a:xfrm>
            <a:off x="2872108" y="3183744"/>
            <a:ext cx="6264473" cy="1769715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1500" i="1">
                <a:solidFill>
                  <a:schemeClr val="bg1"/>
                </a:solidFill>
                <a:latin typeface="#9Slide03 IcielUni Sans Heavy" panose="00000500000000000000" pitchFamily="2" charset="0"/>
                <a:ea typeface="#9Slide02 Tieu de rat dai 01" panose="02000000000000000000" pitchFamily="2" charset="0"/>
              </a:rPr>
              <a:t>PHÚ YÊN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ADDE9-BF49-2A0C-6A1E-E006AE2F5C7E}"/>
              </a:ext>
            </a:extLst>
          </p:cNvPr>
          <p:cNvSpPr txBox="1"/>
          <p:nvPr/>
        </p:nvSpPr>
        <p:spPr>
          <a:xfrm>
            <a:off x="4427312" y="1731871"/>
            <a:ext cx="3337376" cy="21236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3800">
                <a:solidFill>
                  <a:schemeClr val="bg1"/>
                </a:solidFill>
                <a:latin typeface="#9Slide05 FS P22 Marcel " panose="02000000000000000000" pitchFamily="2" charset="0"/>
              </a:rPr>
              <a:t>Travel</a:t>
            </a:r>
          </a:p>
        </p:txBody>
      </p:sp>
    </p:spTree>
    <p:extLst>
      <p:ext uri="{BB962C8B-B14F-4D97-AF65-F5344CB8AC3E}">
        <p14:creationId xmlns:p14="http://schemas.microsoft.com/office/powerpoint/2010/main" val="560758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786">
        <p159:morph option="byObject"/>
      </p:transition>
    </mc:Choice>
    <mc:Fallback xmlns="">
      <p:transition spd="slow" advTm="2786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0" presetClass="entr" presetSubtype="0" decel="10000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9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2" fill="hold" grpId="0" nodeType="withEffect" p14:presetBounceEnd="520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000">
                                          <p:cBhvr additive="base">
                                            <p:cTn id="12" dur="1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000">
                                          <p:cBhvr additive="base">
                                            <p:cTn id="13" dur="1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0" presetClass="entr" presetSubtype="0" decel="10000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9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1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5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1DD859-3DD5-8AB8-4CC9-4E05EC9CF776}"/>
              </a:ext>
            </a:extLst>
          </p:cNvPr>
          <p:cNvSpPr/>
          <p:nvPr/>
        </p:nvSpPr>
        <p:spPr>
          <a:xfrm>
            <a:off x="-76200" y="5867401"/>
            <a:ext cx="12725400" cy="380999"/>
          </a:xfrm>
          <a:prstGeom prst="rect">
            <a:avLst/>
          </a:prstGeom>
          <a:solidFill>
            <a:srgbClr val="2C5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Check-in loạt địa điểm miễn phí ở Phú Yên dành cho những ai muốn du lịch  tiết kiệm">
            <a:extLst>
              <a:ext uri="{FF2B5EF4-FFF2-40B4-BE49-F238E27FC236}">
                <a16:creationId xmlns:a16="http://schemas.microsoft.com/office/drawing/2014/main" id="{E4ECEA67-4A29-1AA3-3B96-7B69DE439B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0" r="17860"/>
          <a:stretch/>
        </p:blipFill>
        <p:spPr bwMode="auto">
          <a:xfrm>
            <a:off x="6147819" y="1295401"/>
            <a:ext cx="2461330" cy="3829047"/>
          </a:xfrm>
          <a:custGeom>
            <a:avLst/>
            <a:gdLst>
              <a:gd name="connsiteX0" fmla="*/ 244169 w 2850448"/>
              <a:gd name="connsiteY0" fmla="*/ 0 h 5105396"/>
              <a:gd name="connsiteX1" fmla="*/ 2606279 w 2850448"/>
              <a:gd name="connsiteY1" fmla="*/ 0 h 5105396"/>
              <a:gd name="connsiteX2" fmla="*/ 2850448 w 2850448"/>
              <a:gd name="connsiteY2" fmla="*/ 244169 h 5105396"/>
              <a:gd name="connsiteX3" fmla="*/ 2850448 w 2850448"/>
              <a:gd name="connsiteY3" fmla="*/ 4861231 h 5105396"/>
              <a:gd name="connsiteX4" fmla="*/ 2655488 w 2850448"/>
              <a:gd name="connsiteY4" fmla="*/ 5100440 h 5105396"/>
              <a:gd name="connsiteX5" fmla="*/ 2606319 w 2850448"/>
              <a:gd name="connsiteY5" fmla="*/ 5105396 h 5105396"/>
              <a:gd name="connsiteX6" fmla="*/ 244129 w 2850448"/>
              <a:gd name="connsiteY6" fmla="*/ 5105396 h 5105396"/>
              <a:gd name="connsiteX7" fmla="*/ 194961 w 2850448"/>
              <a:gd name="connsiteY7" fmla="*/ 5100440 h 5105396"/>
              <a:gd name="connsiteX8" fmla="*/ 0 w 2850448"/>
              <a:gd name="connsiteY8" fmla="*/ 4861231 h 5105396"/>
              <a:gd name="connsiteX9" fmla="*/ 0 w 2850448"/>
              <a:gd name="connsiteY9" fmla="*/ 244169 h 5105396"/>
              <a:gd name="connsiteX10" fmla="*/ 244169 w 2850448"/>
              <a:gd name="connsiteY10" fmla="*/ 0 h 5105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50448" h="5105396">
                <a:moveTo>
                  <a:pt x="244169" y="0"/>
                </a:moveTo>
                <a:lnTo>
                  <a:pt x="2606279" y="0"/>
                </a:lnTo>
                <a:cubicBezTo>
                  <a:pt x="2741130" y="0"/>
                  <a:pt x="2850448" y="109318"/>
                  <a:pt x="2850448" y="244169"/>
                </a:cubicBezTo>
                <a:lnTo>
                  <a:pt x="2850448" y="4861231"/>
                </a:lnTo>
                <a:cubicBezTo>
                  <a:pt x="2850448" y="4979226"/>
                  <a:pt x="2766752" y="5077672"/>
                  <a:pt x="2655488" y="5100440"/>
                </a:cubicBezTo>
                <a:lnTo>
                  <a:pt x="2606319" y="5105396"/>
                </a:lnTo>
                <a:lnTo>
                  <a:pt x="244129" y="5105396"/>
                </a:lnTo>
                <a:lnTo>
                  <a:pt x="194961" y="5100440"/>
                </a:lnTo>
                <a:cubicBezTo>
                  <a:pt x="83697" y="5077672"/>
                  <a:pt x="0" y="4979226"/>
                  <a:pt x="0" y="4861231"/>
                </a:cubicBezTo>
                <a:lnTo>
                  <a:pt x="0" y="244169"/>
                </a:lnTo>
                <a:cubicBezTo>
                  <a:pt x="0" y="109318"/>
                  <a:pt x="109318" y="0"/>
                  <a:pt x="244169" y="0"/>
                </a:cubicBezTo>
                <a:close/>
              </a:path>
            </a:pathLst>
          </a:custGeom>
          <a:noFill/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Di tích Quốc gia đặc biệt Núi Nhạn">
            <a:extLst>
              <a:ext uri="{FF2B5EF4-FFF2-40B4-BE49-F238E27FC236}">
                <a16:creationId xmlns:a16="http://schemas.microsoft.com/office/drawing/2014/main" id="{974156BF-43EF-4D7A-B3D7-36E2A73072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24" r="22196"/>
          <a:stretch/>
        </p:blipFill>
        <p:spPr bwMode="auto">
          <a:xfrm>
            <a:off x="9077429" y="1295400"/>
            <a:ext cx="2419921" cy="3829050"/>
          </a:xfrm>
          <a:custGeom>
            <a:avLst/>
            <a:gdLst>
              <a:gd name="connsiteX0" fmla="*/ 238072 w 2802492"/>
              <a:gd name="connsiteY0" fmla="*/ 0 h 5105400"/>
              <a:gd name="connsiteX1" fmla="*/ 2564420 w 2802492"/>
              <a:gd name="connsiteY1" fmla="*/ 0 h 5105400"/>
              <a:gd name="connsiteX2" fmla="*/ 2802492 w 2802492"/>
              <a:gd name="connsiteY2" fmla="*/ 238072 h 5105400"/>
              <a:gd name="connsiteX3" fmla="*/ 2802492 w 2802492"/>
              <a:gd name="connsiteY3" fmla="*/ 4867328 h 5105400"/>
              <a:gd name="connsiteX4" fmla="*/ 2564420 w 2802492"/>
              <a:gd name="connsiteY4" fmla="*/ 5105400 h 5105400"/>
              <a:gd name="connsiteX5" fmla="*/ 238072 w 2802492"/>
              <a:gd name="connsiteY5" fmla="*/ 5105400 h 5105400"/>
              <a:gd name="connsiteX6" fmla="*/ 0 w 2802492"/>
              <a:gd name="connsiteY6" fmla="*/ 4867328 h 5105400"/>
              <a:gd name="connsiteX7" fmla="*/ 0 w 2802492"/>
              <a:gd name="connsiteY7" fmla="*/ 238072 h 5105400"/>
              <a:gd name="connsiteX8" fmla="*/ 238072 w 2802492"/>
              <a:gd name="connsiteY8" fmla="*/ 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02492" h="5105400">
                <a:moveTo>
                  <a:pt x="238072" y="0"/>
                </a:moveTo>
                <a:lnTo>
                  <a:pt x="2564420" y="0"/>
                </a:lnTo>
                <a:cubicBezTo>
                  <a:pt x="2695904" y="0"/>
                  <a:pt x="2802492" y="106588"/>
                  <a:pt x="2802492" y="238072"/>
                </a:cubicBezTo>
                <a:lnTo>
                  <a:pt x="2802492" y="4867328"/>
                </a:lnTo>
                <a:cubicBezTo>
                  <a:pt x="2802492" y="4998812"/>
                  <a:pt x="2695904" y="5105400"/>
                  <a:pt x="2564420" y="5105400"/>
                </a:cubicBezTo>
                <a:lnTo>
                  <a:pt x="238072" y="5105400"/>
                </a:lnTo>
                <a:cubicBezTo>
                  <a:pt x="106588" y="5105400"/>
                  <a:pt x="0" y="4998812"/>
                  <a:pt x="0" y="4867328"/>
                </a:cubicBezTo>
                <a:lnTo>
                  <a:pt x="0" y="238072"/>
                </a:lnTo>
                <a:cubicBezTo>
                  <a:pt x="0" y="106588"/>
                  <a:pt x="106588" y="0"/>
                  <a:pt x="238072" y="0"/>
                </a:cubicBezTo>
                <a:close/>
              </a:path>
            </a:pathLst>
          </a:custGeom>
          <a:noFill/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E3AE29-F95E-58A0-2C40-3391BFD44AAF}"/>
              </a:ext>
            </a:extLst>
          </p:cNvPr>
          <p:cNvSpPr txBox="1"/>
          <p:nvPr/>
        </p:nvSpPr>
        <p:spPr>
          <a:xfrm>
            <a:off x="1044407" y="1277992"/>
            <a:ext cx="6061052" cy="707886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>
            <a:defPPr>
              <a:defRPr lang="en-US"/>
            </a:defPPr>
            <a:lvl1pPr algn="just" defTabSz="685800">
              <a:defRPr sz="3000" b="1" i="0">
                <a:solidFill>
                  <a:srgbClr val="33642D"/>
                </a:solidFill>
                <a:effectLst/>
                <a:latin typeface="#9Slide02 Tieu de rat dai 02" panose="020B0606020202050201" pitchFamily="34" charset="0"/>
              </a:defRPr>
            </a:lvl1pPr>
          </a:lstStyle>
          <a:p>
            <a:r>
              <a:rPr lang="en-US" sz="4000">
                <a:solidFill>
                  <a:srgbClr val="2C5E77"/>
                </a:solidFill>
              </a:rPr>
              <a:t>1.Điều Kiện Tự Nhiên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5324433-1640-3572-537D-8E8DCA31F13E}"/>
              </a:ext>
            </a:extLst>
          </p:cNvPr>
          <p:cNvGrpSpPr/>
          <p:nvPr/>
        </p:nvGrpSpPr>
        <p:grpSpPr>
          <a:xfrm>
            <a:off x="1141567" y="4699216"/>
            <a:ext cx="2677948" cy="553998"/>
            <a:chOff x="506441" y="5246530"/>
            <a:chExt cx="3704333" cy="766331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A398DD1-9AEA-29B1-6E03-D7EC321A97FA}"/>
                </a:ext>
              </a:extLst>
            </p:cNvPr>
            <p:cNvSpPr/>
            <p:nvPr/>
          </p:nvSpPr>
          <p:spPr>
            <a:xfrm>
              <a:off x="506441" y="5246530"/>
              <a:ext cx="766331" cy="766331"/>
            </a:xfrm>
            <a:prstGeom prst="ellipse">
              <a:avLst/>
            </a:prstGeom>
            <a:noFill/>
            <a:ln>
              <a:solidFill>
                <a:srgbClr val="F7AB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BEB77F8-F9AC-A393-D775-22438DCCA727}"/>
                </a:ext>
              </a:extLst>
            </p:cNvPr>
            <p:cNvSpPr/>
            <p:nvPr/>
          </p:nvSpPr>
          <p:spPr>
            <a:xfrm>
              <a:off x="1383694" y="5246530"/>
              <a:ext cx="766331" cy="766331"/>
            </a:xfrm>
            <a:prstGeom prst="ellipse">
              <a:avLst/>
            </a:prstGeom>
            <a:noFill/>
            <a:ln>
              <a:solidFill>
                <a:srgbClr val="F7AB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30FFC892-6D1C-AC2C-6AED-7E6B1F451699}"/>
                </a:ext>
              </a:extLst>
            </p:cNvPr>
            <p:cNvSpPr/>
            <p:nvPr/>
          </p:nvSpPr>
          <p:spPr>
            <a:xfrm rot="13562702" flipH="1">
              <a:off x="804788" y="5503784"/>
              <a:ext cx="251818" cy="251818"/>
            </a:xfrm>
            <a:prstGeom prst="halfFrame">
              <a:avLst>
                <a:gd name="adj1" fmla="val 15833"/>
                <a:gd name="adj2" fmla="val 14333"/>
              </a:avLst>
            </a:prstGeom>
            <a:solidFill>
              <a:srgbClr val="F7AB0F"/>
            </a:solidFill>
            <a:ln>
              <a:solidFill>
                <a:srgbClr val="F7AB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Half Frame 6">
              <a:extLst>
                <a:ext uri="{FF2B5EF4-FFF2-40B4-BE49-F238E27FC236}">
                  <a16:creationId xmlns:a16="http://schemas.microsoft.com/office/drawing/2014/main" id="{2E619697-9649-0550-8FC2-8A72AAD95FC5}"/>
                </a:ext>
              </a:extLst>
            </p:cNvPr>
            <p:cNvSpPr/>
            <p:nvPr/>
          </p:nvSpPr>
          <p:spPr>
            <a:xfrm rot="8037298">
              <a:off x="1614062" y="5503785"/>
              <a:ext cx="251818" cy="251818"/>
            </a:xfrm>
            <a:prstGeom prst="halfFrame">
              <a:avLst>
                <a:gd name="adj1" fmla="val 15833"/>
                <a:gd name="adj2" fmla="val 14333"/>
              </a:avLst>
            </a:prstGeom>
            <a:solidFill>
              <a:srgbClr val="F7AB0F"/>
            </a:solidFill>
            <a:ln>
              <a:solidFill>
                <a:srgbClr val="F7AB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EBDF74-F2B9-7FB4-7073-4482C86C97D3}"/>
                </a:ext>
              </a:extLst>
            </p:cNvPr>
            <p:cNvCxnSpPr>
              <a:cxnSpLocks/>
            </p:cNvCxnSpPr>
            <p:nvPr/>
          </p:nvCxnSpPr>
          <p:spPr>
            <a:xfrm>
              <a:off x="2325151" y="5629693"/>
              <a:ext cx="1885623" cy="0"/>
            </a:xfrm>
            <a:prstGeom prst="line">
              <a:avLst/>
            </a:prstGeom>
            <a:ln w="12700">
              <a:solidFill>
                <a:srgbClr val="F7AB0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1246B7E-369C-B88D-DB57-2F883D911E8E}"/>
              </a:ext>
            </a:extLst>
          </p:cNvPr>
          <p:cNvSpPr txBox="1"/>
          <p:nvPr/>
        </p:nvSpPr>
        <p:spPr>
          <a:xfrm>
            <a:off x="914401" y="1806675"/>
            <a:ext cx="38862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b="1">
                <a:solidFill>
                  <a:srgbClr val="114968"/>
                </a:solidFill>
                <a:latin typeface="Arial" panose="020B0604020202020204" pitchFamily="34" charset="0"/>
              </a:rPr>
              <a:t> </a:t>
            </a:r>
            <a:endParaRPr lang="vi-VN">
              <a:solidFill>
                <a:srgbClr val="114968"/>
              </a:solidFill>
              <a:latin typeface="Arial" panose="020B0604020202020204" pitchFamily="34" charset="0"/>
            </a:endParaRPr>
          </a:p>
          <a:p>
            <a:pPr algn="just"/>
            <a:r>
              <a:rPr lang="vi-VN">
                <a:solidFill>
                  <a:srgbClr val="114968"/>
                </a:solidFill>
                <a:latin typeface="Arial" panose="020B0604020202020204" pitchFamily="34" charset="0"/>
              </a:rPr>
              <a:t>   Phú Yên là tỉnh ven biển Nam Trung bộ, nằm ở phía Đông dãy Trường Sơn, có tọa độ địa lý: Điểm cực Bắc: 13041'28"; điểm cực Nam: 12042'36"; điểm cực Tây: 108040'40" và điểm cực Đông: 109027'47". </a:t>
            </a:r>
          </a:p>
          <a:p>
            <a:pPr algn="just"/>
            <a:r>
              <a:rPr lang="vi-VN">
                <a:solidFill>
                  <a:srgbClr val="114968"/>
                </a:solidFill>
                <a:latin typeface="Arial" panose="020B0604020202020204" pitchFamily="34" charset="0"/>
              </a:rPr>
              <a:t>       </a:t>
            </a:r>
          </a:p>
        </p:txBody>
      </p:sp>
    </p:spTree>
    <p:extLst>
      <p:ext uri="{BB962C8B-B14F-4D97-AF65-F5344CB8AC3E}">
        <p14:creationId xmlns:p14="http://schemas.microsoft.com/office/powerpoint/2010/main" val="1231505"/>
      </p:ext>
    </p:extLst>
  </p:cSld>
  <p:clrMapOvr>
    <a:masterClrMapping/>
  </p:clrMapOvr>
  <p:transition advTm="366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2000"/>
                                  </p:stCondLst>
                                  <p:iterate type="wd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Cẩm nang Du lịch PHÚ YÊN 2024 từ A-Z: Top 16 địa điểm phải trải nghiệm">
            <a:extLst>
              <a:ext uri="{FF2B5EF4-FFF2-40B4-BE49-F238E27FC236}">
                <a16:creationId xmlns:a16="http://schemas.microsoft.com/office/drawing/2014/main" id="{DA868944-EEF6-1B67-83D3-D17B5F8CF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33" b="22852"/>
          <a:stretch>
            <a:fillRect/>
          </a:stretch>
        </p:blipFill>
        <p:spPr bwMode="auto">
          <a:xfrm>
            <a:off x="0" y="-1055077"/>
            <a:ext cx="12305090" cy="4141177"/>
          </a:xfrm>
          <a:custGeom>
            <a:avLst/>
            <a:gdLst>
              <a:gd name="connsiteX0" fmla="*/ 9135976 w 12226713"/>
              <a:gd name="connsiteY0" fmla="*/ 0 h 4114800"/>
              <a:gd name="connsiteX1" fmla="*/ 12226713 w 12226713"/>
              <a:gd name="connsiteY1" fmla="*/ 0 h 4114800"/>
              <a:gd name="connsiteX2" fmla="*/ 12226713 w 12226713"/>
              <a:gd name="connsiteY2" fmla="*/ 3798712 h 4114800"/>
              <a:gd name="connsiteX3" fmla="*/ 9135976 w 12226713"/>
              <a:gd name="connsiteY3" fmla="*/ 3451209 h 4114800"/>
              <a:gd name="connsiteX4" fmla="*/ 9119678 w 12226713"/>
              <a:gd name="connsiteY4" fmla="*/ 0 h 4114800"/>
              <a:gd name="connsiteX5" fmla="*/ 9119678 w 12226713"/>
              <a:gd name="connsiteY5" fmla="*/ 3451210 h 4114800"/>
              <a:gd name="connsiteX6" fmla="*/ 6085028 w 12226713"/>
              <a:gd name="connsiteY6" fmla="*/ 4114800 h 4114800"/>
              <a:gd name="connsiteX7" fmla="*/ 6110637 w 12226713"/>
              <a:gd name="connsiteY7" fmla="*/ 6730 h 4114800"/>
              <a:gd name="connsiteX8" fmla="*/ 3035138 w 12226713"/>
              <a:gd name="connsiteY8" fmla="*/ 0 h 4114800"/>
              <a:gd name="connsiteX9" fmla="*/ 6044179 w 12226713"/>
              <a:gd name="connsiteY9" fmla="*/ 6730 h 4114800"/>
              <a:gd name="connsiteX10" fmla="*/ 6069788 w 12226713"/>
              <a:gd name="connsiteY10" fmla="*/ 4114800 h 4114800"/>
              <a:gd name="connsiteX11" fmla="*/ 3035138 w 12226713"/>
              <a:gd name="connsiteY11" fmla="*/ 3451210 h 4114800"/>
              <a:gd name="connsiteX12" fmla="*/ 0 w 12226713"/>
              <a:gd name="connsiteY12" fmla="*/ 0 h 4114800"/>
              <a:gd name="connsiteX13" fmla="*/ 3018840 w 12226713"/>
              <a:gd name="connsiteY13" fmla="*/ 0 h 4114800"/>
              <a:gd name="connsiteX14" fmla="*/ 3018840 w 12226713"/>
              <a:gd name="connsiteY14" fmla="*/ 3451209 h 4114800"/>
              <a:gd name="connsiteX15" fmla="*/ 0 w 12226713"/>
              <a:gd name="connsiteY15" fmla="*/ 3790628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226713" h="4114800">
                <a:moveTo>
                  <a:pt x="9135976" y="0"/>
                </a:moveTo>
                <a:lnTo>
                  <a:pt x="12226713" y="0"/>
                </a:lnTo>
                <a:lnTo>
                  <a:pt x="12226713" y="3798712"/>
                </a:lnTo>
                <a:lnTo>
                  <a:pt x="9135976" y="3451209"/>
                </a:lnTo>
                <a:close/>
                <a:moveTo>
                  <a:pt x="9119678" y="0"/>
                </a:moveTo>
                <a:lnTo>
                  <a:pt x="9119678" y="3451210"/>
                </a:lnTo>
                <a:lnTo>
                  <a:pt x="6085028" y="4114800"/>
                </a:lnTo>
                <a:lnTo>
                  <a:pt x="6110637" y="6730"/>
                </a:lnTo>
                <a:close/>
                <a:moveTo>
                  <a:pt x="3035138" y="0"/>
                </a:moveTo>
                <a:lnTo>
                  <a:pt x="6044179" y="6730"/>
                </a:lnTo>
                <a:lnTo>
                  <a:pt x="6069788" y="4114800"/>
                </a:lnTo>
                <a:lnTo>
                  <a:pt x="3035138" y="3451210"/>
                </a:lnTo>
                <a:close/>
                <a:moveTo>
                  <a:pt x="0" y="0"/>
                </a:moveTo>
                <a:lnTo>
                  <a:pt x="3018840" y="0"/>
                </a:lnTo>
                <a:lnTo>
                  <a:pt x="3018840" y="3451209"/>
                </a:lnTo>
                <a:lnTo>
                  <a:pt x="0" y="3790628"/>
                </a:lnTo>
                <a:close/>
              </a:path>
            </a:pathLst>
          </a:custGeom>
          <a:noFill/>
          <a:ln w="5715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5">
            <a:extLst>
              <a:ext uri="{FF2B5EF4-FFF2-40B4-BE49-F238E27FC236}">
                <a16:creationId xmlns:a16="http://schemas.microsoft.com/office/drawing/2014/main" id="{886EDA96-BF0F-B599-3CA1-F7BD928CAA5D}"/>
              </a:ext>
            </a:extLst>
          </p:cNvPr>
          <p:cNvSpPr/>
          <p:nvPr/>
        </p:nvSpPr>
        <p:spPr>
          <a:xfrm>
            <a:off x="6681663" y="2060460"/>
            <a:ext cx="4778008" cy="4778008"/>
          </a:xfrm>
          <a:custGeom>
            <a:avLst/>
            <a:gdLst/>
            <a:ahLst/>
            <a:cxnLst/>
            <a:rect l="l" t="t" r="r" b="b"/>
            <a:pathLst>
              <a:path w="7710963" h="7710963">
                <a:moveTo>
                  <a:pt x="0" y="0"/>
                </a:moveTo>
                <a:lnTo>
                  <a:pt x="7710963" y="0"/>
                </a:lnTo>
                <a:lnTo>
                  <a:pt x="7710963" y="7710963"/>
                </a:lnTo>
                <a:lnTo>
                  <a:pt x="0" y="77109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1350"/>
          </a:p>
        </p:txBody>
      </p:sp>
      <p:sp>
        <p:nvSpPr>
          <p:cNvPr id="7" name="!!!6">
            <a:extLst>
              <a:ext uri="{FF2B5EF4-FFF2-40B4-BE49-F238E27FC236}">
                <a16:creationId xmlns:a16="http://schemas.microsoft.com/office/drawing/2014/main" id="{96ABF410-6AD8-B757-3CCD-355A1BF014C7}"/>
              </a:ext>
            </a:extLst>
          </p:cNvPr>
          <p:cNvSpPr/>
          <p:nvPr/>
        </p:nvSpPr>
        <p:spPr>
          <a:xfrm>
            <a:off x="15665734" y="400050"/>
            <a:ext cx="9642420" cy="6400800"/>
          </a:xfrm>
          <a:prstGeom prst="chevron">
            <a:avLst/>
          </a:prstGeom>
          <a:solidFill>
            <a:srgbClr val="F7AB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9" name="!!!8">
            <a:extLst>
              <a:ext uri="{FF2B5EF4-FFF2-40B4-BE49-F238E27FC236}">
                <a16:creationId xmlns:a16="http://schemas.microsoft.com/office/drawing/2014/main" id="{3A850B37-DA9C-034D-E285-DB249F35DFD8}"/>
              </a:ext>
            </a:extLst>
          </p:cNvPr>
          <p:cNvSpPr/>
          <p:nvPr/>
        </p:nvSpPr>
        <p:spPr>
          <a:xfrm flipH="1">
            <a:off x="-12674237" y="400050"/>
            <a:ext cx="9642420" cy="6400800"/>
          </a:xfrm>
          <a:prstGeom prst="chevron">
            <a:avLst/>
          </a:prstGeom>
          <a:solidFill>
            <a:srgbClr val="F7AB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1" name="TextBox 19, chunk 1">
            <a:extLst>
              <a:ext uri="{FF2B5EF4-FFF2-40B4-BE49-F238E27FC236}">
                <a16:creationId xmlns:a16="http://schemas.microsoft.com/office/drawing/2014/main" id="{5FDA0027-A0B3-1304-AB56-17E9C870E41F}"/>
              </a:ext>
            </a:extLst>
          </p:cNvPr>
          <p:cNvSpPr txBox="1"/>
          <p:nvPr/>
        </p:nvSpPr>
        <p:spPr>
          <a:xfrm>
            <a:off x="1646732" y="3097022"/>
            <a:ext cx="4670227" cy="707886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>
            <a:defPPr>
              <a:defRPr lang="en-US"/>
            </a:defPPr>
            <a:lvl1pPr algn="just">
              <a:defRPr b="1" i="0">
                <a:solidFill>
                  <a:srgbClr val="000000"/>
                </a:solidFill>
                <a:effectLst/>
                <a:latin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 sz="4000">
                <a:solidFill>
                  <a:srgbClr val="33642D"/>
                </a:solidFill>
                <a:latin typeface="#9Slide02 Tieu de rat dai 02" panose="020B0606020202050201" pitchFamily="34" charset="0"/>
              </a:rPr>
              <a:t>2. Tài nguyên thiên nhiên</a:t>
            </a:r>
          </a:p>
        </p:txBody>
      </p:sp>
      <p:sp>
        <p:nvSpPr>
          <p:cNvPr id="22" name="TextBox 19, chunk 2">
            <a:extLst>
              <a:ext uri="{FF2B5EF4-FFF2-40B4-BE49-F238E27FC236}">
                <a16:creationId xmlns:a16="http://schemas.microsoft.com/office/drawing/2014/main" id="{4B90C42A-A5EC-2B70-2BFC-FC6731020ABC}"/>
              </a:ext>
            </a:extLst>
          </p:cNvPr>
          <p:cNvSpPr txBox="1"/>
          <p:nvPr/>
        </p:nvSpPr>
        <p:spPr>
          <a:xfrm>
            <a:off x="1410490" y="4114800"/>
            <a:ext cx="4906469" cy="1938992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>
            <a:defPPr>
              <a:defRPr lang="en-US"/>
            </a:defPPr>
            <a:lvl1pPr algn="just">
              <a:defRPr b="1" i="0">
                <a:solidFill>
                  <a:srgbClr val="000000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sz="2000" b="0">
                <a:solidFill>
                  <a:srgbClr val="407E31"/>
                </a:solidFill>
              </a:rPr>
              <a:t>        Tài nguyên đất Phú Yên khá đa dạng về nhóm, các loại đất phân bố trên nhiều dạng địa hình khác nhau tạo ra những tiểu vùng sinh thái nông - lâm nghiệp thích hợp với nhiều loại cây trồng, đặc biệt là cây trồng lâu năm vùng đồi núi</a:t>
            </a:r>
            <a:endParaRPr lang="en-US" sz="2000">
              <a:solidFill>
                <a:srgbClr val="407E3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6FEB22-2CDD-BFBE-3DEE-9B459AA1B865}"/>
              </a:ext>
            </a:extLst>
          </p:cNvPr>
          <p:cNvSpPr/>
          <p:nvPr/>
        </p:nvSpPr>
        <p:spPr>
          <a:xfrm>
            <a:off x="3007033" y="-691409"/>
            <a:ext cx="136878" cy="34417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21888FD-3160-9FFB-B543-2A3601A1176A}"/>
              </a:ext>
            </a:extLst>
          </p:cNvPr>
          <p:cNvSpPr/>
          <p:nvPr/>
        </p:nvSpPr>
        <p:spPr>
          <a:xfrm>
            <a:off x="6038850" y="-691409"/>
            <a:ext cx="136878" cy="39694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CBD55FF-8903-4526-B1F9-DB397DF86EA8}"/>
              </a:ext>
            </a:extLst>
          </p:cNvPr>
          <p:cNvSpPr/>
          <p:nvPr/>
        </p:nvSpPr>
        <p:spPr>
          <a:xfrm>
            <a:off x="9070667" y="-691409"/>
            <a:ext cx="136878" cy="39694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215149069"/>
      </p:ext>
    </p:extLst>
  </p:cSld>
  <p:clrMapOvr>
    <a:masterClrMapping/>
  </p:clrMapOvr>
  <p:transition advTm="2377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1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81629B0-2BF9-D09D-BA82-D76B15459552}"/>
              </a:ext>
            </a:extLst>
          </p:cNvPr>
          <p:cNvGrpSpPr/>
          <p:nvPr/>
        </p:nvGrpSpPr>
        <p:grpSpPr>
          <a:xfrm>
            <a:off x="-1889553" y="-152399"/>
            <a:ext cx="14081553" cy="7009815"/>
            <a:chOff x="-2209800" y="0"/>
            <a:chExt cx="14401800" cy="68580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079DC19-9C91-85CE-F2D6-D2A82238D4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705" r="1"/>
            <a:stretch/>
          </p:blipFill>
          <p:spPr>
            <a:xfrm flipH="1">
              <a:off x="8072027" y="0"/>
              <a:ext cx="4119973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115BEEF-E26A-27D4-FBD1-7ACFB030A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209800" y="0"/>
              <a:ext cx="10281828" cy="6858000"/>
            </a:xfrm>
            <a:prstGeom prst="rect">
              <a:avLst/>
            </a:prstGeom>
            <a:solidFill>
              <a:srgbClr val="F7AB0F"/>
            </a:solidFill>
          </p:spPr>
        </p:pic>
      </p:grpSp>
      <p:sp>
        <p:nvSpPr>
          <p:cNvPr id="13" name="!!6!">
            <a:extLst>
              <a:ext uri="{FF2B5EF4-FFF2-40B4-BE49-F238E27FC236}">
                <a16:creationId xmlns:a16="http://schemas.microsoft.com/office/drawing/2014/main" id="{90640897-1898-2492-8153-DC02FDC23872}"/>
              </a:ext>
            </a:extLst>
          </p:cNvPr>
          <p:cNvSpPr/>
          <p:nvPr/>
        </p:nvSpPr>
        <p:spPr>
          <a:xfrm>
            <a:off x="1940007" y="1146269"/>
            <a:ext cx="2812151" cy="3686091"/>
          </a:xfrm>
          <a:custGeom>
            <a:avLst/>
            <a:gdLst>
              <a:gd name="connsiteX0" fmla="*/ 534253 w 4109628"/>
              <a:gd name="connsiteY0" fmla="*/ 533400 h 4724400"/>
              <a:gd name="connsiteX1" fmla="*/ 534253 w 4109628"/>
              <a:gd name="connsiteY1" fmla="*/ 4267200 h 4724400"/>
              <a:gd name="connsiteX2" fmla="*/ 3575376 w 4109628"/>
              <a:gd name="connsiteY2" fmla="*/ 4267200 h 4724400"/>
              <a:gd name="connsiteX3" fmla="*/ 3575376 w 4109628"/>
              <a:gd name="connsiteY3" fmla="*/ 533400 h 4724400"/>
              <a:gd name="connsiteX4" fmla="*/ 0 w 4109628"/>
              <a:gd name="connsiteY4" fmla="*/ 0 h 4724400"/>
              <a:gd name="connsiteX5" fmla="*/ 4109628 w 4109628"/>
              <a:gd name="connsiteY5" fmla="*/ 0 h 4724400"/>
              <a:gd name="connsiteX6" fmla="*/ 4109628 w 4109628"/>
              <a:gd name="connsiteY6" fmla="*/ 4724400 h 4724400"/>
              <a:gd name="connsiteX7" fmla="*/ 0 w 4109628"/>
              <a:gd name="connsiteY7" fmla="*/ 472440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09628" h="4724400">
                <a:moveTo>
                  <a:pt x="534253" y="533400"/>
                </a:moveTo>
                <a:lnTo>
                  <a:pt x="534253" y="4267200"/>
                </a:lnTo>
                <a:lnTo>
                  <a:pt x="3575376" y="4267200"/>
                </a:lnTo>
                <a:lnTo>
                  <a:pt x="3575376" y="533400"/>
                </a:lnTo>
                <a:close/>
                <a:moveTo>
                  <a:pt x="0" y="0"/>
                </a:moveTo>
                <a:lnTo>
                  <a:pt x="4109628" y="0"/>
                </a:lnTo>
                <a:lnTo>
                  <a:pt x="4109628" y="4724400"/>
                </a:lnTo>
                <a:lnTo>
                  <a:pt x="0" y="4724400"/>
                </a:lnTo>
                <a:close/>
              </a:path>
            </a:pathLst>
          </a:custGeom>
          <a:solidFill>
            <a:srgbClr val="95D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0" name="111!!!">
            <a:extLst>
              <a:ext uri="{FF2B5EF4-FFF2-40B4-BE49-F238E27FC236}">
                <a16:creationId xmlns:a16="http://schemas.microsoft.com/office/drawing/2014/main" id="{44DBCBFF-D9DC-A58A-6D28-68EFBCEA89F8}"/>
              </a:ext>
            </a:extLst>
          </p:cNvPr>
          <p:cNvSpPr/>
          <p:nvPr/>
        </p:nvSpPr>
        <p:spPr>
          <a:xfrm>
            <a:off x="2841552" y="-145780"/>
            <a:ext cx="1134968" cy="3498288"/>
          </a:xfrm>
          <a:custGeom>
            <a:avLst/>
            <a:gdLst/>
            <a:ahLst/>
            <a:cxnLst/>
            <a:rect l="l" t="t" r="r" b="b"/>
            <a:pathLst>
              <a:path w="11034135" h="7360688">
                <a:moveTo>
                  <a:pt x="0" y="0"/>
                </a:moveTo>
                <a:lnTo>
                  <a:pt x="11034136" y="0"/>
                </a:lnTo>
                <a:lnTo>
                  <a:pt x="11034136" y="7360688"/>
                </a:lnTo>
                <a:lnTo>
                  <a:pt x="0" y="7360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6603" t="-278" r="-367981" b="-99722"/>
            </a:stretch>
          </a:blipFill>
        </p:spPr>
        <p:txBody>
          <a:bodyPr/>
          <a:lstStyle/>
          <a:p>
            <a:endParaRPr lang="en-US" sz="1350"/>
          </a:p>
        </p:txBody>
      </p:sp>
      <p:sp>
        <p:nvSpPr>
          <p:cNvPr id="14" name="Freeform 2">
            <a:extLst>
              <a:ext uri="{FF2B5EF4-FFF2-40B4-BE49-F238E27FC236}">
                <a16:creationId xmlns:a16="http://schemas.microsoft.com/office/drawing/2014/main" id="{39D5EBB6-B674-D8E6-A9CC-4A80D20CFA79}"/>
              </a:ext>
            </a:extLst>
          </p:cNvPr>
          <p:cNvSpPr/>
          <p:nvPr/>
        </p:nvSpPr>
        <p:spPr>
          <a:xfrm>
            <a:off x="2308837" y="4252101"/>
            <a:ext cx="1415606" cy="2605900"/>
          </a:xfrm>
          <a:custGeom>
            <a:avLst/>
            <a:gdLst/>
            <a:ahLst/>
            <a:cxnLst/>
            <a:rect l="l" t="t" r="r" b="b"/>
            <a:pathLst>
              <a:path w="11034135" h="7360688">
                <a:moveTo>
                  <a:pt x="0" y="0"/>
                </a:moveTo>
                <a:lnTo>
                  <a:pt x="11034136" y="0"/>
                </a:lnTo>
                <a:lnTo>
                  <a:pt x="11034136" y="7360688"/>
                </a:lnTo>
                <a:lnTo>
                  <a:pt x="0" y="7360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6229" t="-168490" r="-312991"/>
            </a:stretch>
          </a:blipFill>
        </p:spPr>
        <p:txBody>
          <a:bodyPr/>
          <a:lstStyle/>
          <a:p>
            <a:endParaRPr lang="en-US" sz="135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4393A8E-0884-6288-AFCA-25E21BD6384F}"/>
              </a:ext>
            </a:extLst>
          </p:cNvPr>
          <p:cNvGrpSpPr/>
          <p:nvPr/>
        </p:nvGrpSpPr>
        <p:grpSpPr>
          <a:xfrm>
            <a:off x="5753101" y="3931185"/>
            <a:ext cx="2265998" cy="2114550"/>
            <a:chOff x="5638801" y="3657600"/>
            <a:chExt cx="3021331" cy="2819400"/>
          </a:xfrm>
        </p:grpSpPr>
        <p:pic>
          <p:nvPicPr>
            <p:cNvPr id="11" name="Picture 10" descr="Đến với Phú Yên tha hồ những cung đường đẹp cho bạn khám phá">
              <a:extLst>
                <a:ext uri="{FF2B5EF4-FFF2-40B4-BE49-F238E27FC236}">
                  <a16:creationId xmlns:a16="http://schemas.microsoft.com/office/drawing/2014/main" id="{5311A131-1C05-BA7E-899A-964FF08F40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6" t="2071" r="19660" b="4138"/>
            <a:stretch>
              <a:fillRect/>
            </a:stretch>
          </p:blipFill>
          <p:spPr bwMode="auto">
            <a:xfrm>
              <a:off x="5638801" y="3657600"/>
              <a:ext cx="3021331" cy="2819400"/>
            </a:xfrm>
            <a:custGeom>
              <a:avLst/>
              <a:gdLst>
                <a:gd name="connsiteX0" fmla="*/ 130454 w 3021331"/>
                <a:gd name="connsiteY0" fmla="*/ 0 h 2819400"/>
                <a:gd name="connsiteX1" fmla="*/ 2890877 w 3021331"/>
                <a:gd name="connsiteY1" fmla="*/ 0 h 2819400"/>
                <a:gd name="connsiteX2" fmla="*/ 3021331 w 3021331"/>
                <a:gd name="connsiteY2" fmla="*/ 130454 h 2819400"/>
                <a:gd name="connsiteX3" fmla="*/ 3021331 w 3021331"/>
                <a:gd name="connsiteY3" fmla="*/ 2688946 h 2819400"/>
                <a:gd name="connsiteX4" fmla="*/ 2890877 w 3021331"/>
                <a:gd name="connsiteY4" fmla="*/ 2819400 h 2819400"/>
                <a:gd name="connsiteX5" fmla="*/ 130454 w 3021331"/>
                <a:gd name="connsiteY5" fmla="*/ 2819400 h 2819400"/>
                <a:gd name="connsiteX6" fmla="*/ 0 w 3021331"/>
                <a:gd name="connsiteY6" fmla="*/ 2688946 h 2819400"/>
                <a:gd name="connsiteX7" fmla="*/ 0 w 3021331"/>
                <a:gd name="connsiteY7" fmla="*/ 130454 h 2819400"/>
                <a:gd name="connsiteX8" fmla="*/ 130454 w 3021331"/>
                <a:gd name="connsiteY8" fmla="*/ 0 h 281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21331" h="2819400">
                  <a:moveTo>
                    <a:pt x="130454" y="0"/>
                  </a:moveTo>
                  <a:lnTo>
                    <a:pt x="2890877" y="0"/>
                  </a:lnTo>
                  <a:cubicBezTo>
                    <a:pt x="2962925" y="0"/>
                    <a:pt x="3021331" y="58406"/>
                    <a:pt x="3021331" y="130454"/>
                  </a:cubicBezTo>
                  <a:lnTo>
                    <a:pt x="3021331" y="2688946"/>
                  </a:lnTo>
                  <a:cubicBezTo>
                    <a:pt x="3021331" y="2760994"/>
                    <a:pt x="2962925" y="2819400"/>
                    <a:pt x="2890877" y="2819400"/>
                  </a:cubicBezTo>
                  <a:lnTo>
                    <a:pt x="130454" y="2819400"/>
                  </a:lnTo>
                  <a:cubicBezTo>
                    <a:pt x="58406" y="2819400"/>
                    <a:pt x="0" y="2760994"/>
                    <a:pt x="0" y="2688946"/>
                  </a:cubicBezTo>
                  <a:lnTo>
                    <a:pt x="0" y="130454"/>
                  </a:lnTo>
                  <a:cubicBezTo>
                    <a:pt x="0" y="58406"/>
                    <a:pt x="58406" y="0"/>
                    <a:pt x="130454" y="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0ED1399-812B-71E4-0D4C-97CA16443F04}"/>
                </a:ext>
              </a:extLst>
            </p:cNvPr>
            <p:cNvSpPr/>
            <p:nvPr/>
          </p:nvSpPr>
          <p:spPr>
            <a:xfrm>
              <a:off x="5785819" y="5740400"/>
              <a:ext cx="620362" cy="620362"/>
            </a:xfrm>
            <a:custGeom>
              <a:avLst/>
              <a:gdLst>
                <a:gd name="connsiteX0" fmla="*/ 838200 w 2209800"/>
                <a:gd name="connsiteY0" fmla="*/ 624078 h 2209800"/>
                <a:gd name="connsiteX1" fmla="*/ 838200 w 2209800"/>
                <a:gd name="connsiteY1" fmla="*/ 1585722 h 2209800"/>
                <a:gd name="connsiteX2" fmla="*/ 1667203 w 2209800"/>
                <a:gd name="connsiteY2" fmla="*/ 1104900 h 2209800"/>
                <a:gd name="connsiteX3" fmla="*/ 1104900 w 2209800"/>
                <a:gd name="connsiteY3" fmla="*/ 0 h 2209800"/>
                <a:gd name="connsiteX4" fmla="*/ 2209800 w 2209800"/>
                <a:gd name="connsiteY4" fmla="*/ 1104900 h 2209800"/>
                <a:gd name="connsiteX5" fmla="*/ 1104900 w 2209800"/>
                <a:gd name="connsiteY5" fmla="*/ 2209800 h 2209800"/>
                <a:gd name="connsiteX6" fmla="*/ 0 w 2209800"/>
                <a:gd name="connsiteY6" fmla="*/ 1104900 h 2209800"/>
                <a:gd name="connsiteX7" fmla="*/ 1104900 w 2209800"/>
                <a:gd name="connsiteY7" fmla="*/ 0 h 220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9800" h="2209800">
                  <a:moveTo>
                    <a:pt x="838200" y="624078"/>
                  </a:moveTo>
                  <a:lnTo>
                    <a:pt x="838200" y="1585722"/>
                  </a:lnTo>
                  <a:lnTo>
                    <a:pt x="1667203" y="1104900"/>
                  </a:lnTo>
                  <a:close/>
                  <a:moveTo>
                    <a:pt x="1104900" y="0"/>
                  </a:moveTo>
                  <a:cubicBezTo>
                    <a:pt x="1715119" y="0"/>
                    <a:pt x="2209800" y="494681"/>
                    <a:pt x="2209800" y="1104900"/>
                  </a:cubicBezTo>
                  <a:cubicBezTo>
                    <a:pt x="2209800" y="1715119"/>
                    <a:pt x="1715119" y="2209800"/>
                    <a:pt x="1104900" y="2209800"/>
                  </a:cubicBezTo>
                  <a:cubicBezTo>
                    <a:pt x="494681" y="2209800"/>
                    <a:pt x="0" y="1715119"/>
                    <a:pt x="0" y="1104900"/>
                  </a:cubicBezTo>
                  <a:cubicBezTo>
                    <a:pt x="0" y="494681"/>
                    <a:pt x="494681" y="0"/>
                    <a:pt x="1104900" y="0"/>
                  </a:cubicBezTo>
                  <a:close/>
                </a:path>
              </a:pathLst>
            </a:custGeom>
            <a:solidFill>
              <a:schemeClr val="bg1">
                <a:alpha val="7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410331DE-CFF7-0B2D-118A-792926B1F8B7}"/>
              </a:ext>
            </a:extLst>
          </p:cNvPr>
          <p:cNvSpPr/>
          <p:nvPr/>
        </p:nvSpPr>
        <p:spPr>
          <a:xfrm>
            <a:off x="1564865" y="5424360"/>
            <a:ext cx="574748" cy="57474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E18A2C1-2D3B-562C-2BDE-C842198DBC56}"/>
              </a:ext>
            </a:extLst>
          </p:cNvPr>
          <p:cNvSpPr/>
          <p:nvPr/>
        </p:nvSpPr>
        <p:spPr>
          <a:xfrm>
            <a:off x="2222805" y="5424360"/>
            <a:ext cx="574748" cy="57474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Half Frame 27">
            <a:extLst>
              <a:ext uri="{FF2B5EF4-FFF2-40B4-BE49-F238E27FC236}">
                <a16:creationId xmlns:a16="http://schemas.microsoft.com/office/drawing/2014/main" id="{71DAA126-3E23-D392-753A-056CAA85B5E5}"/>
              </a:ext>
            </a:extLst>
          </p:cNvPr>
          <p:cNvSpPr/>
          <p:nvPr/>
        </p:nvSpPr>
        <p:spPr>
          <a:xfrm rot="13562702" flipH="1">
            <a:off x="1788625" y="5617299"/>
            <a:ext cx="188864" cy="188864"/>
          </a:xfrm>
          <a:prstGeom prst="halfFrame">
            <a:avLst>
              <a:gd name="adj1" fmla="val 15833"/>
              <a:gd name="adj2" fmla="val 14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9" name="Half Frame 28">
            <a:extLst>
              <a:ext uri="{FF2B5EF4-FFF2-40B4-BE49-F238E27FC236}">
                <a16:creationId xmlns:a16="http://schemas.microsoft.com/office/drawing/2014/main" id="{065BC321-46BC-BCB3-D5E7-DCDE19AB243F}"/>
              </a:ext>
            </a:extLst>
          </p:cNvPr>
          <p:cNvSpPr/>
          <p:nvPr/>
        </p:nvSpPr>
        <p:spPr>
          <a:xfrm rot="8037298">
            <a:off x="2395580" y="5617300"/>
            <a:ext cx="188864" cy="188864"/>
          </a:xfrm>
          <a:prstGeom prst="halfFrame">
            <a:avLst>
              <a:gd name="adj1" fmla="val 15833"/>
              <a:gd name="adj2" fmla="val 14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33C2FC4-A47C-CE62-94DE-28FDD64E5D6E}"/>
              </a:ext>
            </a:extLst>
          </p:cNvPr>
          <p:cNvCxnSpPr>
            <a:cxnSpLocks/>
          </p:cNvCxnSpPr>
          <p:nvPr/>
        </p:nvCxnSpPr>
        <p:spPr>
          <a:xfrm>
            <a:off x="2928897" y="5711731"/>
            <a:ext cx="204886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4C3AE34-7A0B-9EEC-7DD7-F8A63BD23F18}"/>
              </a:ext>
            </a:extLst>
          </p:cNvPr>
          <p:cNvSpPr txBox="1"/>
          <p:nvPr/>
        </p:nvSpPr>
        <p:spPr>
          <a:xfrm>
            <a:off x="5695578" y="1603364"/>
            <a:ext cx="4686673" cy="1962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sz="1350">
                <a:solidFill>
                  <a:schemeClr val="bg1"/>
                </a:solidFill>
                <a:latin typeface="Arial" panose="020B0604020202020204" pitchFamily="34" charset="0"/>
              </a:rPr>
              <a:t>   Phú Yên có quốc lộ 1 và đường sắt Bắc - Nam chạy qua, quốc lộ 25 nối tỉnh Gia Lai, quốc lộ 29 nối tỉnh Đắk Lắk, phía Nam có cảng biển Vũng Rô, sân bay Tuy Hòa. </a:t>
            </a:r>
            <a:endParaRPr lang="en-US" sz="135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endParaRPr lang="en-US" sz="135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r>
              <a:rPr lang="vi-VN" sz="1350">
                <a:solidFill>
                  <a:schemeClr val="bg1"/>
                </a:solidFill>
                <a:latin typeface="Arial" panose="020B0604020202020204" pitchFamily="34" charset="0"/>
              </a:rPr>
              <a:t>Các tuyến giao thông Bắc - Nam, Đông - Tây, cảng biển, sân bay, hầm đường bộ Đèo Cả, Đèo Cù Mông… có tác động lớn đến quá trình phát triển kinh tế - xã hội, tạo điều kiện cho hợp tác, trao đổi kinh tế, văn hóa giữa Phú Yên với các tỉnh thành trong vùng, cả nước và quốc tế.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820548-EA10-548D-26B0-4AEA80C33915}"/>
              </a:ext>
            </a:extLst>
          </p:cNvPr>
          <p:cNvSpPr txBox="1"/>
          <p:nvPr/>
        </p:nvSpPr>
        <p:spPr>
          <a:xfrm>
            <a:off x="5785835" y="856902"/>
            <a:ext cx="622363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300" b="1">
                <a:solidFill>
                  <a:schemeClr val="bg1"/>
                </a:solidFill>
                <a:latin typeface="#9Slide02 Tieu de rat dai 02" panose="020B0606020202050201" pitchFamily="34" charset="0"/>
              </a:rPr>
              <a:t>3. </a:t>
            </a:r>
            <a:r>
              <a:rPr lang="vi-VN" sz="3300" b="1">
                <a:solidFill>
                  <a:schemeClr val="bg1"/>
                </a:solidFill>
                <a:latin typeface="#9Slide02 Tieu de rat dai 02" panose="020B0606020202050201" pitchFamily="34" charset="0"/>
              </a:rPr>
              <a:t>Kết cấu hạ tầng</a:t>
            </a:r>
            <a:endParaRPr lang="vi-VN" sz="3300">
              <a:solidFill>
                <a:schemeClr val="bg1"/>
              </a:solidFill>
              <a:latin typeface="#9Slide02 Tieu de rat dai 02" panose="020B0606020202050201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883FE82-4A5A-D174-DE7E-0D82CB6AE1A4}"/>
              </a:ext>
            </a:extLst>
          </p:cNvPr>
          <p:cNvGrpSpPr/>
          <p:nvPr/>
        </p:nvGrpSpPr>
        <p:grpSpPr>
          <a:xfrm>
            <a:off x="8125852" y="3931185"/>
            <a:ext cx="2265998" cy="2114550"/>
            <a:chOff x="8802469" y="3657600"/>
            <a:chExt cx="3021331" cy="2819400"/>
          </a:xfrm>
        </p:grpSpPr>
        <p:pic>
          <p:nvPicPr>
            <p:cNvPr id="21" name="Picture 20" descr="Mũi Điện tựa bản đồ Việt Nam thu nhỏ, khách tới săn bình minh sớm nhất ở  Phú Yên">
              <a:extLst>
                <a:ext uri="{FF2B5EF4-FFF2-40B4-BE49-F238E27FC236}">
                  <a16:creationId xmlns:a16="http://schemas.microsoft.com/office/drawing/2014/main" id="{FF09D640-5488-4A82-B2C2-2E0387E9AB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53" t="5518" r="32625" b="2740"/>
            <a:stretch>
              <a:fillRect/>
            </a:stretch>
          </p:blipFill>
          <p:spPr bwMode="auto">
            <a:xfrm>
              <a:off x="8802469" y="3657600"/>
              <a:ext cx="3021331" cy="2819400"/>
            </a:xfrm>
            <a:custGeom>
              <a:avLst/>
              <a:gdLst>
                <a:gd name="connsiteX0" fmla="*/ 130454 w 3021331"/>
                <a:gd name="connsiteY0" fmla="*/ 0 h 2819400"/>
                <a:gd name="connsiteX1" fmla="*/ 2890877 w 3021331"/>
                <a:gd name="connsiteY1" fmla="*/ 0 h 2819400"/>
                <a:gd name="connsiteX2" fmla="*/ 3021331 w 3021331"/>
                <a:gd name="connsiteY2" fmla="*/ 130454 h 2819400"/>
                <a:gd name="connsiteX3" fmla="*/ 3021331 w 3021331"/>
                <a:gd name="connsiteY3" fmla="*/ 2688946 h 2819400"/>
                <a:gd name="connsiteX4" fmla="*/ 2890877 w 3021331"/>
                <a:gd name="connsiteY4" fmla="*/ 2819400 h 2819400"/>
                <a:gd name="connsiteX5" fmla="*/ 130454 w 3021331"/>
                <a:gd name="connsiteY5" fmla="*/ 2819400 h 2819400"/>
                <a:gd name="connsiteX6" fmla="*/ 0 w 3021331"/>
                <a:gd name="connsiteY6" fmla="*/ 2688946 h 2819400"/>
                <a:gd name="connsiteX7" fmla="*/ 0 w 3021331"/>
                <a:gd name="connsiteY7" fmla="*/ 130454 h 2819400"/>
                <a:gd name="connsiteX8" fmla="*/ 130454 w 3021331"/>
                <a:gd name="connsiteY8" fmla="*/ 0 h 281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21331" h="2819400">
                  <a:moveTo>
                    <a:pt x="130454" y="0"/>
                  </a:moveTo>
                  <a:lnTo>
                    <a:pt x="2890877" y="0"/>
                  </a:lnTo>
                  <a:cubicBezTo>
                    <a:pt x="2962925" y="0"/>
                    <a:pt x="3021331" y="58406"/>
                    <a:pt x="3021331" y="130454"/>
                  </a:cubicBezTo>
                  <a:lnTo>
                    <a:pt x="3021331" y="2688946"/>
                  </a:lnTo>
                  <a:cubicBezTo>
                    <a:pt x="3021331" y="2760994"/>
                    <a:pt x="2962925" y="2819400"/>
                    <a:pt x="2890877" y="2819400"/>
                  </a:cubicBezTo>
                  <a:lnTo>
                    <a:pt x="130454" y="2819400"/>
                  </a:lnTo>
                  <a:cubicBezTo>
                    <a:pt x="58406" y="2819400"/>
                    <a:pt x="0" y="2760994"/>
                    <a:pt x="0" y="2688946"/>
                  </a:cubicBezTo>
                  <a:lnTo>
                    <a:pt x="0" y="130454"/>
                  </a:lnTo>
                  <a:cubicBezTo>
                    <a:pt x="0" y="58406"/>
                    <a:pt x="58406" y="0"/>
                    <a:pt x="130454" y="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CCBD9CC-7DDA-A33E-F5D4-F55A36749F09}"/>
                </a:ext>
              </a:extLst>
            </p:cNvPr>
            <p:cNvSpPr/>
            <p:nvPr/>
          </p:nvSpPr>
          <p:spPr>
            <a:xfrm>
              <a:off x="8994112" y="5740400"/>
              <a:ext cx="620362" cy="620362"/>
            </a:xfrm>
            <a:custGeom>
              <a:avLst/>
              <a:gdLst>
                <a:gd name="connsiteX0" fmla="*/ 838200 w 2209800"/>
                <a:gd name="connsiteY0" fmla="*/ 624078 h 2209800"/>
                <a:gd name="connsiteX1" fmla="*/ 838200 w 2209800"/>
                <a:gd name="connsiteY1" fmla="*/ 1585722 h 2209800"/>
                <a:gd name="connsiteX2" fmla="*/ 1667203 w 2209800"/>
                <a:gd name="connsiteY2" fmla="*/ 1104900 h 2209800"/>
                <a:gd name="connsiteX3" fmla="*/ 1104900 w 2209800"/>
                <a:gd name="connsiteY3" fmla="*/ 0 h 2209800"/>
                <a:gd name="connsiteX4" fmla="*/ 2209800 w 2209800"/>
                <a:gd name="connsiteY4" fmla="*/ 1104900 h 2209800"/>
                <a:gd name="connsiteX5" fmla="*/ 1104900 w 2209800"/>
                <a:gd name="connsiteY5" fmla="*/ 2209800 h 2209800"/>
                <a:gd name="connsiteX6" fmla="*/ 0 w 2209800"/>
                <a:gd name="connsiteY6" fmla="*/ 1104900 h 2209800"/>
                <a:gd name="connsiteX7" fmla="*/ 1104900 w 2209800"/>
                <a:gd name="connsiteY7" fmla="*/ 0 h 220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9800" h="2209800">
                  <a:moveTo>
                    <a:pt x="838200" y="624078"/>
                  </a:moveTo>
                  <a:lnTo>
                    <a:pt x="838200" y="1585722"/>
                  </a:lnTo>
                  <a:lnTo>
                    <a:pt x="1667203" y="1104900"/>
                  </a:lnTo>
                  <a:close/>
                  <a:moveTo>
                    <a:pt x="1104900" y="0"/>
                  </a:moveTo>
                  <a:cubicBezTo>
                    <a:pt x="1715119" y="0"/>
                    <a:pt x="2209800" y="494681"/>
                    <a:pt x="2209800" y="1104900"/>
                  </a:cubicBezTo>
                  <a:cubicBezTo>
                    <a:pt x="2209800" y="1715119"/>
                    <a:pt x="1715119" y="2209800"/>
                    <a:pt x="1104900" y="2209800"/>
                  </a:cubicBezTo>
                  <a:cubicBezTo>
                    <a:pt x="494681" y="2209800"/>
                    <a:pt x="0" y="1715119"/>
                    <a:pt x="0" y="1104900"/>
                  </a:cubicBezTo>
                  <a:cubicBezTo>
                    <a:pt x="0" y="494681"/>
                    <a:pt x="494681" y="0"/>
                    <a:pt x="1104900" y="0"/>
                  </a:cubicBezTo>
                  <a:close/>
                </a:path>
              </a:pathLst>
            </a:custGeom>
            <a:solidFill>
              <a:schemeClr val="bg1">
                <a:alpha val="7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710483306"/>
      </p:ext>
    </p:extLst>
  </p:cSld>
  <p:clrMapOvr>
    <a:masterClrMapping/>
  </p:clrMapOvr>
  <p:transition advTm="4496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0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2000"/>
                                  </p:stCondLst>
                                  <p:iterate type="wd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7" presetClass="entr" presetSubtype="1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repeatCount="3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7" presetClass="entr" presetSubtype="1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repeatCount="3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4" grpId="0"/>
      <p:bldP spid="7" grpId="0"/>
      <p:bldP spid="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ED1266EC-2F90-8280-E7C0-A43A3922A5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17" t="31549" r="46787"/>
          <a:stretch/>
        </p:blipFill>
        <p:spPr>
          <a:xfrm>
            <a:off x="1524000" y="4"/>
            <a:ext cx="5071914" cy="4215701"/>
          </a:xfrm>
          <a:custGeom>
            <a:avLst/>
            <a:gdLst>
              <a:gd name="connsiteX0" fmla="*/ 0 w 5071914"/>
              <a:gd name="connsiteY0" fmla="*/ 0 h 4215701"/>
              <a:gd name="connsiteX1" fmla="*/ 5071914 w 5071914"/>
              <a:gd name="connsiteY1" fmla="*/ 0 h 4215701"/>
              <a:gd name="connsiteX2" fmla="*/ 3303956 w 5071914"/>
              <a:gd name="connsiteY2" fmla="*/ 1767893 h 4215701"/>
              <a:gd name="connsiteX3" fmla="*/ 2500843 w 5071914"/>
              <a:gd name="connsiteY3" fmla="*/ 3428999 h 4215701"/>
              <a:gd name="connsiteX4" fmla="*/ 2585841 w 5071914"/>
              <a:gd name="connsiteY4" fmla="*/ 4025135 h 4215701"/>
              <a:gd name="connsiteX5" fmla="*/ 2651739 w 5071914"/>
              <a:gd name="connsiteY5" fmla="*/ 4215701 h 4215701"/>
              <a:gd name="connsiteX6" fmla="*/ 2651737 w 5071914"/>
              <a:gd name="connsiteY6" fmla="*/ 4215701 h 4215701"/>
              <a:gd name="connsiteX7" fmla="*/ 0 w 5071914"/>
              <a:gd name="connsiteY7" fmla="*/ 1563927 h 421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71914" h="4215701">
                <a:moveTo>
                  <a:pt x="0" y="0"/>
                </a:moveTo>
                <a:lnTo>
                  <a:pt x="5071914" y="0"/>
                </a:lnTo>
                <a:lnTo>
                  <a:pt x="3303956" y="1767893"/>
                </a:lnTo>
                <a:cubicBezTo>
                  <a:pt x="2796956" y="2170160"/>
                  <a:pt x="2501240" y="2781800"/>
                  <a:pt x="2500843" y="3428999"/>
                </a:cubicBezTo>
                <a:cubicBezTo>
                  <a:pt x="2500482" y="3631104"/>
                  <a:pt x="2529205" y="3831852"/>
                  <a:pt x="2585841" y="4025135"/>
                </a:cubicBezTo>
                <a:lnTo>
                  <a:pt x="2651739" y="4215701"/>
                </a:lnTo>
                <a:lnTo>
                  <a:pt x="2651737" y="4215701"/>
                </a:lnTo>
                <a:lnTo>
                  <a:pt x="0" y="1563927"/>
                </a:lnTo>
                <a:close/>
              </a:path>
            </a:pathLst>
          </a:custGeom>
        </p:spPr>
      </p:pic>
      <p:pic>
        <p:nvPicPr>
          <p:cNvPr id="19" name="Picture 18" descr="Địa điểm du lịch Phú Yên - Top 19 tọa độ HOT nhất 2024">
            <a:extLst>
              <a:ext uri="{FF2B5EF4-FFF2-40B4-BE49-F238E27FC236}">
                <a16:creationId xmlns:a16="http://schemas.microsoft.com/office/drawing/2014/main" id="{E42364F1-C37C-1134-FEC4-8368152050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23" t="22048" b="8626"/>
          <a:stretch/>
        </p:blipFill>
        <p:spPr bwMode="auto">
          <a:xfrm>
            <a:off x="1524003" y="1811916"/>
            <a:ext cx="5406327" cy="5046084"/>
          </a:xfrm>
          <a:custGeom>
            <a:avLst/>
            <a:gdLst>
              <a:gd name="connsiteX0" fmla="*/ 0 w 5406327"/>
              <a:gd name="connsiteY0" fmla="*/ 0 h 5046084"/>
              <a:gd name="connsiteX1" fmla="*/ 25838 w 5406327"/>
              <a:gd name="connsiteY1" fmla="*/ 0 h 5046084"/>
              <a:gd name="connsiteX2" fmla="*/ 2958518 w 5406327"/>
              <a:gd name="connsiteY2" fmla="*/ 2932754 h 5046084"/>
              <a:gd name="connsiteX3" fmla="*/ 4619624 w 5406327"/>
              <a:gd name="connsiteY3" fmla="*/ 3735866 h 5046084"/>
              <a:gd name="connsiteX4" fmla="*/ 5406327 w 5406327"/>
              <a:gd name="connsiteY4" fmla="*/ 3584971 h 5046084"/>
              <a:gd name="connsiteX5" fmla="*/ 3945183 w 5406327"/>
              <a:gd name="connsiteY5" fmla="*/ 5046084 h 5046084"/>
              <a:gd name="connsiteX6" fmla="*/ 0 w 5406327"/>
              <a:gd name="connsiteY6" fmla="*/ 5046084 h 5046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06327" h="5046084">
                <a:moveTo>
                  <a:pt x="0" y="0"/>
                </a:moveTo>
                <a:lnTo>
                  <a:pt x="25838" y="0"/>
                </a:lnTo>
                <a:lnTo>
                  <a:pt x="2958518" y="2932754"/>
                </a:lnTo>
                <a:cubicBezTo>
                  <a:pt x="3360784" y="3439753"/>
                  <a:pt x="3972425" y="3735470"/>
                  <a:pt x="4619624" y="3735866"/>
                </a:cubicBezTo>
                <a:cubicBezTo>
                  <a:pt x="4889096" y="3736349"/>
                  <a:pt x="5156158" y="3685124"/>
                  <a:pt x="5406327" y="3584971"/>
                </a:cubicBezTo>
                <a:lnTo>
                  <a:pt x="3945183" y="5046084"/>
                </a:lnTo>
                <a:lnTo>
                  <a:pt x="0" y="504608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Các địa điểm du lịch Phú Yên | Hodadi">
            <a:extLst>
              <a:ext uri="{FF2B5EF4-FFF2-40B4-BE49-F238E27FC236}">
                <a16:creationId xmlns:a16="http://schemas.microsoft.com/office/drawing/2014/main" id="{5F93B3FB-0311-D02F-FD5F-5D7D99E00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2" t="272" r="32393" b="131"/>
          <a:stretch>
            <a:fillRect/>
          </a:stretch>
        </p:blipFill>
        <p:spPr bwMode="auto">
          <a:xfrm>
            <a:off x="5424626" y="2642296"/>
            <a:ext cx="5338624" cy="4482404"/>
          </a:xfrm>
          <a:custGeom>
            <a:avLst/>
            <a:gdLst>
              <a:gd name="connsiteX0" fmla="*/ 2686885 w 5338624"/>
              <a:gd name="connsiteY0" fmla="*/ 0 h 4482404"/>
              <a:gd name="connsiteX1" fmla="*/ 5338624 w 5338624"/>
              <a:gd name="connsiteY1" fmla="*/ 2651776 h 4482404"/>
              <a:gd name="connsiteX2" fmla="*/ 5338624 w 5338624"/>
              <a:gd name="connsiteY2" fmla="*/ 4482404 h 4482404"/>
              <a:gd name="connsiteX3" fmla="*/ 0 w 5338624"/>
              <a:gd name="connsiteY3" fmla="*/ 4482404 h 4482404"/>
              <a:gd name="connsiteX4" fmla="*/ 2034668 w 5338624"/>
              <a:gd name="connsiteY4" fmla="*/ 2447810 h 4482404"/>
              <a:gd name="connsiteX5" fmla="*/ 2837781 w 5338624"/>
              <a:gd name="connsiteY5" fmla="*/ 786704 h 4482404"/>
              <a:gd name="connsiteX6" fmla="*/ 2686885 w 5338624"/>
              <a:gd name="connsiteY6" fmla="*/ 0 h 4482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38624" h="4482404">
                <a:moveTo>
                  <a:pt x="2686885" y="0"/>
                </a:moveTo>
                <a:lnTo>
                  <a:pt x="5338624" y="2651776"/>
                </a:lnTo>
                <a:lnTo>
                  <a:pt x="5338624" y="4482404"/>
                </a:lnTo>
                <a:lnTo>
                  <a:pt x="0" y="4482404"/>
                </a:lnTo>
                <a:lnTo>
                  <a:pt x="2034668" y="2447810"/>
                </a:lnTo>
                <a:cubicBezTo>
                  <a:pt x="2541668" y="2045544"/>
                  <a:pt x="2837384" y="1433903"/>
                  <a:pt x="2837781" y="786704"/>
                </a:cubicBezTo>
                <a:cubicBezTo>
                  <a:pt x="2838264" y="517232"/>
                  <a:pt x="2787039" y="250170"/>
                  <a:pt x="268688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Kè chắn sóng Xóm Rớ">
            <a:extLst>
              <a:ext uri="{FF2B5EF4-FFF2-40B4-BE49-F238E27FC236}">
                <a16:creationId xmlns:a16="http://schemas.microsoft.com/office/drawing/2014/main" id="{C91AC205-3058-18BA-FC1F-13D4FC12F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79" t="5" r="32358"/>
          <a:stretch>
            <a:fillRect/>
          </a:stretch>
        </p:blipFill>
        <p:spPr bwMode="auto">
          <a:xfrm>
            <a:off x="5356922" y="-266700"/>
            <a:ext cx="5406329" cy="5338331"/>
          </a:xfrm>
          <a:custGeom>
            <a:avLst/>
            <a:gdLst>
              <a:gd name="connsiteX0" fmla="*/ 1727851 w 5406329"/>
              <a:gd name="connsiteY0" fmla="*/ 0 h 5338331"/>
              <a:gd name="connsiteX1" fmla="*/ 5406329 w 5406329"/>
              <a:gd name="connsiteY1" fmla="*/ 0 h 5338331"/>
              <a:gd name="connsiteX2" fmla="*/ 5406329 w 5406329"/>
              <a:gd name="connsiteY2" fmla="*/ 5338331 h 5338331"/>
              <a:gd name="connsiteX3" fmla="*/ 5406036 w 5406329"/>
              <a:gd name="connsiteY3" fmla="*/ 5338331 h 5338331"/>
              <a:gd name="connsiteX4" fmla="*/ 2447810 w 5406329"/>
              <a:gd name="connsiteY4" fmla="*/ 2380031 h 5338331"/>
              <a:gd name="connsiteX5" fmla="*/ 786704 w 5406329"/>
              <a:gd name="connsiteY5" fmla="*/ 1576918 h 5338331"/>
              <a:gd name="connsiteX6" fmla="*/ 0 w 5406329"/>
              <a:gd name="connsiteY6" fmla="*/ 1727814 h 5338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06329" h="5338331">
                <a:moveTo>
                  <a:pt x="1727851" y="0"/>
                </a:moveTo>
                <a:lnTo>
                  <a:pt x="5406329" y="0"/>
                </a:lnTo>
                <a:lnTo>
                  <a:pt x="5406329" y="5338331"/>
                </a:lnTo>
                <a:lnTo>
                  <a:pt x="5406036" y="5338331"/>
                </a:lnTo>
                <a:lnTo>
                  <a:pt x="2447810" y="2380031"/>
                </a:lnTo>
                <a:cubicBezTo>
                  <a:pt x="2045544" y="1873031"/>
                  <a:pt x="1433903" y="1577315"/>
                  <a:pt x="786704" y="1576918"/>
                </a:cubicBezTo>
                <a:cubicBezTo>
                  <a:pt x="517232" y="1576436"/>
                  <a:pt x="250170" y="1627660"/>
                  <a:pt x="0" y="17278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reeform 5"/>
          <p:cNvSpPr/>
          <p:nvPr/>
        </p:nvSpPr>
        <p:spPr>
          <a:xfrm>
            <a:off x="4209628" y="1494566"/>
            <a:ext cx="3867994" cy="3868579"/>
          </a:xfrm>
          <a:custGeom>
            <a:avLst/>
            <a:gdLst/>
            <a:ahLst/>
            <a:cxnLst/>
            <a:rect l="l" t="t" r="r" b="b"/>
            <a:pathLst>
              <a:path w="13292075" h="13294086">
                <a:moveTo>
                  <a:pt x="6646037" y="1505"/>
                </a:moveTo>
                <a:cubicBezTo>
                  <a:pt x="5066451" y="0"/>
                  <a:pt x="3538439" y="563635"/>
                  <a:pt x="2338197" y="1590529"/>
                </a:cubicBezTo>
                <a:cubicBezTo>
                  <a:pt x="908177" y="2810491"/>
                  <a:pt x="0" y="4624940"/>
                  <a:pt x="0" y="6647542"/>
                </a:cubicBezTo>
                <a:cubicBezTo>
                  <a:pt x="0" y="8585943"/>
                  <a:pt x="834136" y="10333209"/>
                  <a:pt x="2162429" y="11549742"/>
                </a:cubicBezTo>
                <a:cubicBezTo>
                  <a:pt x="3636391" y="12825711"/>
                  <a:pt x="4919854" y="13294087"/>
                  <a:pt x="6645529" y="13294087"/>
                </a:cubicBezTo>
                <a:cubicBezTo>
                  <a:pt x="10310241" y="13294087"/>
                  <a:pt x="13291566" y="10352513"/>
                  <a:pt x="13291566" y="6648050"/>
                </a:cubicBezTo>
                <a:cubicBezTo>
                  <a:pt x="13292075" y="2982830"/>
                  <a:pt x="10310750" y="1505"/>
                  <a:pt x="6646037" y="1505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US" sz="1645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2A6E51-29A2-8690-8C04-CE97E9EDC3DC}"/>
              </a:ext>
            </a:extLst>
          </p:cNvPr>
          <p:cNvSpPr txBox="1"/>
          <p:nvPr/>
        </p:nvSpPr>
        <p:spPr>
          <a:xfrm>
            <a:off x="4946495" y="1987114"/>
            <a:ext cx="2469788" cy="830997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>
            <a:defPPr>
              <a:defRPr lang="en-US"/>
            </a:defPPr>
            <a:lvl1pPr algn="just" defTabSz="685800">
              <a:defRPr sz="3600" b="1" i="0">
                <a:solidFill>
                  <a:srgbClr val="116B8B"/>
                </a:solidFill>
                <a:effectLst/>
                <a:latin typeface="#9Slide02 Tieu de rat dai 02" panose="020B0606020202050201" pitchFamily="34" charset="0"/>
              </a:defRPr>
            </a:lvl1pPr>
          </a:lstStyle>
          <a:p>
            <a:r>
              <a:rPr lang="en-US" sz="4800"/>
              <a:t>Hành chính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E5A8F2-3063-695C-EC4A-21A6761D1446}"/>
              </a:ext>
            </a:extLst>
          </p:cNvPr>
          <p:cNvSpPr txBox="1"/>
          <p:nvPr/>
        </p:nvSpPr>
        <p:spPr>
          <a:xfrm>
            <a:off x="4536553" y="2844598"/>
            <a:ext cx="31188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>
                <a:solidFill>
                  <a:srgbClr val="202122"/>
                </a:solidFill>
                <a:latin typeface="Arial" panose="020B0604020202020204" pitchFamily="34" charset="0"/>
              </a:rPr>
              <a:t>Tỉnh Phú Yên có 9 đơn vị hành chính cấp huyện, bao gồm 1 thành phố, 2 thị xã và 6 huyện với 110 đơn vị hành chính cấp xã, bao gồm 21 phường, 6 thị trấn và 83 xã.</a:t>
            </a:r>
            <a:endParaRPr lang="en-US"/>
          </a:p>
        </p:txBody>
      </p:sp>
      <p:sp>
        <p:nvSpPr>
          <p:cNvPr id="20" name="AutoShape 14" descr="Địa điểm du lịch Phú Yên: Top 7 nơi đẹp nhất định phải đến check in">
            <a:extLst>
              <a:ext uri="{FF2B5EF4-FFF2-40B4-BE49-F238E27FC236}">
                <a16:creationId xmlns:a16="http://schemas.microsoft.com/office/drawing/2014/main" id="{7DD0DCFB-B4C7-E646-FB6C-494B359730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B3D945-44BF-7D28-A5F7-21516F221D48}"/>
              </a:ext>
            </a:extLst>
          </p:cNvPr>
          <p:cNvSpPr/>
          <p:nvPr/>
        </p:nvSpPr>
        <p:spPr>
          <a:xfrm>
            <a:off x="10858503" y="0"/>
            <a:ext cx="1333493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2659D6-3B6D-8AED-201E-DC27E8CC41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0"/>
            <a:ext cx="142874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965">
        <p:fade/>
      </p:transition>
    </mc:Choice>
    <mc:Fallback xmlns="">
      <p:transition spd="med" advTm="196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10" fill="hold"/>
                                        <p:tgtEl>
                                          <p:spTgt spid="1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" dur="750" fill="hold"/>
                                        <p:tgtEl>
                                          <p:spTgt spid="11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10" fill="hold"/>
                                        <p:tgtEl>
                                          <p:spTgt spid="9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750" fill="hold"/>
                                        <p:tgtEl>
                                          <p:spTgt spid="9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9" grpId="2"/>
      <p:bldP spid="11" grpId="0"/>
      <p:bldP spid="11" grpId="1"/>
      <p:bldP spid="11" grpId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ight Triangle 71">
            <a:extLst>
              <a:ext uri="{FF2B5EF4-FFF2-40B4-BE49-F238E27FC236}">
                <a16:creationId xmlns:a16="http://schemas.microsoft.com/office/drawing/2014/main" id="{962B0DA1-9DD6-44D8-86A2-9105CAE51C77}"/>
              </a:ext>
            </a:extLst>
          </p:cNvPr>
          <p:cNvSpPr/>
          <p:nvPr/>
        </p:nvSpPr>
        <p:spPr>
          <a:xfrm rot="5400000">
            <a:off x="1478394" y="-558286"/>
            <a:ext cx="9321996" cy="9321996"/>
          </a:xfrm>
          <a:prstGeom prst="rtTriangle">
            <a:avLst/>
          </a:prstGeom>
          <a:solidFill>
            <a:srgbClr val="FEF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1E0A4EC-5372-495F-9476-A999FE897E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4" t="-23847" r="72051" b="100000"/>
          <a:stretch>
            <a:fillRect/>
          </a:stretch>
        </p:blipFill>
        <p:spPr>
          <a:xfrm>
            <a:off x="1005225" y="-658450"/>
            <a:ext cx="2893251" cy="1515702"/>
          </a:xfrm>
          <a:custGeom>
            <a:avLst/>
            <a:gdLst>
              <a:gd name="connsiteX0" fmla="*/ 1560897 w 3121794"/>
              <a:gd name="connsiteY0" fmla="*/ 0 h 1635431"/>
              <a:gd name="connsiteX1" fmla="*/ 3121794 w 3121794"/>
              <a:gd name="connsiteY1" fmla="*/ 1560897 h 1635431"/>
              <a:gd name="connsiteX2" fmla="*/ 3047260 w 3121794"/>
              <a:gd name="connsiteY2" fmla="*/ 1635431 h 1635431"/>
              <a:gd name="connsiteX3" fmla="*/ 74534 w 3121794"/>
              <a:gd name="connsiteY3" fmla="*/ 1635431 h 1635431"/>
              <a:gd name="connsiteX4" fmla="*/ 0 w 3121794"/>
              <a:gd name="connsiteY4" fmla="*/ 1560897 h 1635431"/>
              <a:gd name="connsiteX5" fmla="*/ 1560897 w 3121794"/>
              <a:gd name="connsiteY5" fmla="*/ 0 h 1635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1794" h="1635431">
                <a:moveTo>
                  <a:pt x="1560897" y="0"/>
                </a:moveTo>
                <a:lnTo>
                  <a:pt x="3121794" y="1560897"/>
                </a:lnTo>
                <a:lnTo>
                  <a:pt x="3047260" y="1635431"/>
                </a:lnTo>
                <a:lnTo>
                  <a:pt x="74534" y="1635431"/>
                </a:lnTo>
                <a:lnTo>
                  <a:pt x="0" y="1560897"/>
                </a:lnTo>
                <a:lnTo>
                  <a:pt x="1560897" y="0"/>
                </a:lnTo>
                <a:close/>
              </a:path>
            </a:pathLst>
          </a:cu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6453EC6-EC78-4176-BA1E-31ABA3222B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4" t="100000" r="72051" b="-23847"/>
          <a:stretch>
            <a:fillRect/>
          </a:stretch>
        </p:blipFill>
        <p:spPr>
          <a:xfrm>
            <a:off x="790895" y="5711623"/>
            <a:ext cx="2893251" cy="1515702"/>
          </a:xfrm>
          <a:custGeom>
            <a:avLst/>
            <a:gdLst>
              <a:gd name="connsiteX0" fmla="*/ 74534 w 3121794"/>
              <a:gd name="connsiteY0" fmla="*/ 0 h 1635431"/>
              <a:gd name="connsiteX1" fmla="*/ 3047260 w 3121794"/>
              <a:gd name="connsiteY1" fmla="*/ 0 h 1635431"/>
              <a:gd name="connsiteX2" fmla="*/ 3121794 w 3121794"/>
              <a:gd name="connsiteY2" fmla="*/ 74534 h 1635431"/>
              <a:gd name="connsiteX3" fmla="*/ 1560897 w 3121794"/>
              <a:gd name="connsiteY3" fmla="*/ 1635431 h 1635431"/>
              <a:gd name="connsiteX4" fmla="*/ 0 w 3121794"/>
              <a:gd name="connsiteY4" fmla="*/ 74534 h 1635431"/>
              <a:gd name="connsiteX5" fmla="*/ 74534 w 3121794"/>
              <a:gd name="connsiteY5" fmla="*/ 0 h 1635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1794" h="1635431">
                <a:moveTo>
                  <a:pt x="74534" y="0"/>
                </a:moveTo>
                <a:lnTo>
                  <a:pt x="3047260" y="0"/>
                </a:lnTo>
                <a:lnTo>
                  <a:pt x="3121794" y="74534"/>
                </a:lnTo>
                <a:lnTo>
                  <a:pt x="1560897" y="1635431"/>
                </a:lnTo>
                <a:lnTo>
                  <a:pt x="0" y="74534"/>
                </a:lnTo>
                <a:lnTo>
                  <a:pt x="74534" y="0"/>
                </a:lnTo>
                <a:close/>
              </a:path>
            </a:pathLst>
          </a:cu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DB026763-D54D-4BE6-B29C-0011E831124E}"/>
              </a:ext>
            </a:extLst>
          </p:cNvPr>
          <p:cNvSpPr/>
          <p:nvPr/>
        </p:nvSpPr>
        <p:spPr>
          <a:xfrm rot="18900000">
            <a:off x="-1147223" y="244738"/>
            <a:ext cx="2092719" cy="2092719"/>
          </a:xfrm>
          <a:prstGeom prst="rect">
            <a:avLst/>
          </a:prstGeom>
          <a:solidFill>
            <a:srgbClr val="95D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0156DA7-D42D-4866-B8AA-BB002898AE2C}"/>
              </a:ext>
            </a:extLst>
          </p:cNvPr>
          <p:cNvSpPr/>
          <p:nvPr/>
        </p:nvSpPr>
        <p:spPr>
          <a:xfrm rot="18900000">
            <a:off x="-977453" y="479289"/>
            <a:ext cx="1623614" cy="1623614"/>
          </a:xfrm>
          <a:prstGeom prst="rect">
            <a:avLst/>
          </a:prstGeom>
          <a:solidFill>
            <a:srgbClr val="1AA1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FE45A69-5BC3-42E9-961A-0F34904B91E6}"/>
              </a:ext>
            </a:extLst>
          </p:cNvPr>
          <p:cNvSpPr/>
          <p:nvPr/>
        </p:nvSpPr>
        <p:spPr>
          <a:xfrm rot="18900000">
            <a:off x="-717043" y="739699"/>
            <a:ext cx="1102794" cy="1102794"/>
          </a:xfrm>
          <a:prstGeom prst="rect">
            <a:avLst/>
          </a:prstGeom>
          <a:solidFill>
            <a:srgbClr val="116B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B67AB2-13C2-499E-830E-9629428B4B08}"/>
              </a:ext>
            </a:extLst>
          </p:cNvPr>
          <p:cNvSpPr/>
          <p:nvPr/>
        </p:nvSpPr>
        <p:spPr>
          <a:xfrm rot="18900000">
            <a:off x="4695206" y="-3012407"/>
            <a:ext cx="4881830" cy="48818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15D8B49-AD87-4670-9BFD-A8BF9BF0C49F}"/>
              </a:ext>
            </a:extLst>
          </p:cNvPr>
          <p:cNvSpPr/>
          <p:nvPr/>
        </p:nvSpPr>
        <p:spPr>
          <a:xfrm rot="18900000">
            <a:off x="5242363" y="-2465251"/>
            <a:ext cx="3787519" cy="37875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890F163-78D3-4DFD-BF49-1E5B5972B5CC}"/>
              </a:ext>
            </a:extLst>
          </p:cNvPr>
          <p:cNvSpPr/>
          <p:nvPr/>
        </p:nvSpPr>
        <p:spPr>
          <a:xfrm rot="18900000">
            <a:off x="5849841" y="-1857773"/>
            <a:ext cx="2572563" cy="2572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TextBox 22, chunk 1">
            <a:extLst>
              <a:ext uri="{FF2B5EF4-FFF2-40B4-BE49-F238E27FC236}">
                <a16:creationId xmlns:a16="http://schemas.microsoft.com/office/drawing/2014/main" id="{A338FCD5-FDC7-0F9B-152E-4FB2996FFEAD}"/>
              </a:ext>
            </a:extLst>
          </p:cNvPr>
          <p:cNvSpPr txBox="1"/>
          <p:nvPr/>
        </p:nvSpPr>
        <p:spPr>
          <a:xfrm>
            <a:off x="7428401" y="2824842"/>
            <a:ext cx="6224954" cy="769441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>
            <a:defPPr>
              <a:defRPr lang="en-US"/>
            </a:defPPr>
            <a:lvl1pPr algn="just">
              <a:defRPr b="1" i="0">
                <a:solidFill>
                  <a:srgbClr val="000000"/>
                </a:solidFill>
                <a:effectLst/>
                <a:latin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 sz="4400">
                <a:solidFill>
                  <a:srgbClr val="116B8B"/>
                </a:solidFill>
                <a:latin typeface="#9Slide02 Tieu de rat dai 02" panose="020B0606020202050201" pitchFamily="34" charset="0"/>
              </a:rPr>
              <a:t>4. Tài nguyên du lịch</a:t>
            </a:r>
          </a:p>
        </p:txBody>
      </p:sp>
      <p:sp>
        <p:nvSpPr>
          <p:cNvPr id="25" name="TextBox 22, chunk 2">
            <a:extLst>
              <a:ext uri="{FF2B5EF4-FFF2-40B4-BE49-F238E27FC236}">
                <a16:creationId xmlns:a16="http://schemas.microsoft.com/office/drawing/2014/main" id="{1F7C4EE1-BD72-8A77-6C50-EC4CDCA3123C}"/>
              </a:ext>
            </a:extLst>
          </p:cNvPr>
          <p:cNvSpPr txBox="1"/>
          <p:nvPr/>
        </p:nvSpPr>
        <p:spPr>
          <a:xfrm>
            <a:off x="6979836" y="3923061"/>
            <a:ext cx="4534742" cy="1938992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>
            <a:defPPr>
              <a:defRPr lang="en-US"/>
            </a:defPPr>
            <a:lvl1pPr algn="just">
              <a:defRPr b="1" i="0">
                <a:solidFill>
                  <a:srgbClr val="000000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sz="2000" b="0">
                <a:solidFill>
                  <a:srgbClr val="116B8B"/>
                </a:solidFill>
              </a:rPr>
              <a:t> Phú Yên là tỉnh thuộc duyên hải Nam Trung bộ, một vùng đất có bề dày lịch sử - văn hóa, có vị trí rất quan trọng trong tiến trình phát triển của dân tộc Việt Nam. Hiện tại, trên địa bàn tỉnh có 84 di tích</a:t>
            </a:r>
            <a:endParaRPr lang="en-US" sz="2000">
              <a:solidFill>
                <a:srgbClr val="116B8B"/>
              </a:solidFill>
            </a:endParaRPr>
          </a:p>
        </p:txBody>
      </p:sp>
      <p:pic>
        <p:nvPicPr>
          <p:cNvPr id="28" name="Picture 27" descr="Phú Yên: Công bố danh mục kiểm kê hơn 200 di tích trên địa bàn">
            <a:extLst>
              <a:ext uri="{FF2B5EF4-FFF2-40B4-BE49-F238E27FC236}">
                <a16:creationId xmlns:a16="http://schemas.microsoft.com/office/drawing/2014/main" id="{80B30D18-5E2C-7F28-4C6C-9EB428D465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61" r="16007"/>
          <a:stretch/>
        </p:blipFill>
        <p:spPr bwMode="auto">
          <a:xfrm>
            <a:off x="-160084" y="-558285"/>
            <a:ext cx="6963173" cy="7416286"/>
          </a:xfrm>
          <a:custGeom>
            <a:avLst/>
            <a:gdLst>
              <a:gd name="connsiteX0" fmla="*/ 1563219 w 6403294"/>
              <a:gd name="connsiteY0" fmla="*/ 5371636 h 6819974"/>
              <a:gd name="connsiteX1" fmla="*/ 1573911 w 6403294"/>
              <a:gd name="connsiteY1" fmla="*/ 5382329 h 6819974"/>
              <a:gd name="connsiteX2" fmla="*/ 1575676 w 6403294"/>
              <a:gd name="connsiteY2" fmla="*/ 5380617 h 6819974"/>
              <a:gd name="connsiteX3" fmla="*/ 3060337 w 6403294"/>
              <a:gd name="connsiteY3" fmla="*/ 6819974 h 6819974"/>
              <a:gd name="connsiteX4" fmla="*/ 91016 w 6403294"/>
              <a:gd name="connsiteY4" fmla="*/ 6819974 h 6819974"/>
              <a:gd name="connsiteX5" fmla="*/ 873095 w 6403294"/>
              <a:gd name="connsiteY5" fmla="*/ 6061760 h 6819974"/>
              <a:gd name="connsiteX6" fmla="*/ 3275507 w 6403294"/>
              <a:gd name="connsiteY6" fmla="*/ 3618367 h 6819974"/>
              <a:gd name="connsiteX7" fmla="*/ 3288142 w 6403294"/>
              <a:gd name="connsiteY7" fmla="*/ 3631002 h 6819974"/>
              <a:gd name="connsiteX8" fmla="*/ 3288209 w 6403294"/>
              <a:gd name="connsiteY8" fmla="*/ 3630936 h 6819974"/>
              <a:gd name="connsiteX9" fmla="*/ 4849006 w 6403294"/>
              <a:gd name="connsiteY9" fmla="*/ 5177716 h 6819974"/>
              <a:gd name="connsiteX10" fmla="*/ 3618143 w 6403294"/>
              <a:gd name="connsiteY10" fmla="*/ 6397525 h 6819974"/>
              <a:gd name="connsiteX11" fmla="*/ 3275507 w 6403294"/>
              <a:gd name="connsiteY11" fmla="*/ 6740161 h 6819974"/>
              <a:gd name="connsiteX12" fmla="*/ 1714611 w 6403294"/>
              <a:gd name="connsiteY12" fmla="*/ 5179264 h 6819974"/>
              <a:gd name="connsiteX13" fmla="*/ 1563220 w 6403294"/>
              <a:gd name="connsiteY13" fmla="*/ 1868103 h 6819974"/>
              <a:gd name="connsiteX14" fmla="*/ 3124115 w 6403294"/>
              <a:gd name="connsiteY14" fmla="*/ 3428999 h 6819974"/>
              <a:gd name="connsiteX15" fmla="*/ 3115973 w 6403294"/>
              <a:gd name="connsiteY15" fmla="*/ 3437141 h 6819974"/>
              <a:gd name="connsiteX16" fmla="*/ 3121593 w 6403294"/>
              <a:gd name="connsiteY16" fmla="*/ 3442712 h 6819974"/>
              <a:gd name="connsiteX17" fmla="*/ 1875448 w 6403294"/>
              <a:gd name="connsiteY17" fmla="*/ 4677667 h 6819974"/>
              <a:gd name="connsiteX18" fmla="*/ 1563220 w 6403294"/>
              <a:gd name="connsiteY18" fmla="*/ 4989895 h 6819974"/>
              <a:gd name="connsiteX19" fmla="*/ 1561811 w 6403294"/>
              <a:gd name="connsiteY19" fmla="*/ 4988487 h 6819974"/>
              <a:gd name="connsiteX20" fmla="*/ 1560797 w 6403294"/>
              <a:gd name="connsiteY20" fmla="*/ 4989492 h 6819974"/>
              <a:gd name="connsiteX21" fmla="*/ 0 w 6403294"/>
              <a:gd name="connsiteY21" fmla="*/ 3442712 h 6819974"/>
              <a:gd name="connsiteX22" fmla="*/ 8054 w 6403294"/>
              <a:gd name="connsiteY22" fmla="*/ 3434730 h 6819974"/>
              <a:gd name="connsiteX23" fmla="*/ 2322 w 6403294"/>
              <a:gd name="connsiteY23" fmla="*/ 3428999 h 6819974"/>
              <a:gd name="connsiteX24" fmla="*/ 4987795 w 6403294"/>
              <a:gd name="connsiteY24" fmla="*/ 1868102 h 6819974"/>
              <a:gd name="connsiteX25" fmla="*/ 6403294 w 6403294"/>
              <a:gd name="connsiteY25" fmla="*/ 3283601 h 6819974"/>
              <a:gd name="connsiteX26" fmla="*/ 6403294 w 6403294"/>
              <a:gd name="connsiteY26" fmla="*/ 3574397 h 6819974"/>
              <a:gd name="connsiteX27" fmla="*/ 4987795 w 6403294"/>
              <a:gd name="connsiteY27" fmla="*/ 4989895 h 6819974"/>
              <a:gd name="connsiteX28" fmla="*/ 3785796 w 6403294"/>
              <a:gd name="connsiteY28" fmla="*/ 3787897 h 6819974"/>
              <a:gd name="connsiteX29" fmla="*/ 3423646 w 6403294"/>
              <a:gd name="connsiteY29" fmla="*/ 3428999 h 6819974"/>
              <a:gd name="connsiteX30" fmla="*/ 3785722 w 6403294"/>
              <a:gd name="connsiteY30" fmla="*/ 3070175 h 6819974"/>
              <a:gd name="connsiteX31" fmla="*/ 3275507 w 6403294"/>
              <a:gd name="connsiteY31" fmla="*/ 117835 h 6819974"/>
              <a:gd name="connsiteX32" fmla="*/ 4836404 w 6403294"/>
              <a:gd name="connsiteY32" fmla="*/ 1678732 h 6819974"/>
              <a:gd name="connsiteX33" fmla="*/ 4831600 w 6403294"/>
              <a:gd name="connsiteY33" fmla="*/ 1683536 h 6819974"/>
              <a:gd name="connsiteX34" fmla="*/ 4836406 w 6403294"/>
              <a:gd name="connsiteY34" fmla="*/ 1688299 h 6819974"/>
              <a:gd name="connsiteX35" fmla="*/ 3770862 w 6403294"/>
              <a:gd name="connsiteY35" fmla="*/ 2744274 h 6819974"/>
              <a:gd name="connsiteX36" fmla="*/ 3275507 w 6403294"/>
              <a:gd name="connsiteY36" fmla="*/ 3239629 h 6819974"/>
              <a:gd name="connsiteX37" fmla="*/ 2757649 w 6403294"/>
              <a:gd name="connsiteY37" fmla="*/ 2721770 h 6819974"/>
              <a:gd name="connsiteX38" fmla="*/ 1714813 w 6403294"/>
              <a:gd name="connsiteY38" fmla="*/ 1688299 h 6819974"/>
              <a:gd name="connsiteX39" fmla="*/ 1719517 w 6403294"/>
              <a:gd name="connsiteY39" fmla="*/ 1683638 h 6819974"/>
              <a:gd name="connsiteX40" fmla="*/ 1714611 w 6403294"/>
              <a:gd name="connsiteY40" fmla="*/ 1678732 h 6819974"/>
              <a:gd name="connsiteX41" fmla="*/ 76856 w 6403294"/>
              <a:gd name="connsiteY41" fmla="*/ 0 h 6819974"/>
              <a:gd name="connsiteX42" fmla="*/ 3049581 w 6403294"/>
              <a:gd name="connsiteY42" fmla="*/ 0 h 6819974"/>
              <a:gd name="connsiteX43" fmla="*/ 1563220 w 6403294"/>
              <a:gd name="connsiteY43" fmla="*/ 1486363 h 6819974"/>
              <a:gd name="connsiteX44" fmla="*/ 1542360 w 6403294"/>
              <a:gd name="connsiteY44" fmla="*/ 1465502 h 6819974"/>
              <a:gd name="connsiteX45" fmla="*/ 1535292 w 6403294"/>
              <a:gd name="connsiteY45" fmla="*/ 1472519 h 6819974"/>
              <a:gd name="connsiteX46" fmla="*/ 60217 w 6403294"/>
              <a:gd name="connsiteY46" fmla="*/ 8165 h 6819974"/>
              <a:gd name="connsiteX47" fmla="*/ 85021 w 6403294"/>
              <a:gd name="connsiteY47" fmla="*/ 8165 h 6819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403294" h="6819974">
                <a:moveTo>
                  <a:pt x="1563219" y="5371636"/>
                </a:moveTo>
                <a:lnTo>
                  <a:pt x="1573911" y="5382329"/>
                </a:lnTo>
                <a:lnTo>
                  <a:pt x="1575676" y="5380617"/>
                </a:lnTo>
                <a:lnTo>
                  <a:pt x="3060337" y="6819974"/>
                </a:lnTo>
                <a:lnTo>
                  <a:pt x="91016" y="6819974"/>
                </a:lnTo>
                <a:lnTo>
                  <a:pt x="873095" y="6061760"/>
                </a:lnTo>
                <a:close/>
                <a:moveTo>
                  <a:pt x="3275507" y="3618367"/>
                </a:moveTo>
                <a:lnTo>
                  <a:pt x="3288142" y="3631002"/>
                </a:lnTo>
                <a:lnTo>
                  <a:pt x="3288209" y="3630936"/>
                </a:lnTo>
                <a:lnTo>
                  <a:pt x="4849006" y="5177716"/>
                </a:lnTo>
                <a:lnTo>
                  <a:pt x="3618143" y="6397525"/>
                </a:lnTo>
                <a:lnTo>
                  <a:pt x="3275507" y="6740161"/>
                </a:lnTo>
                <a:lnTo>
                  <a:pt x="1714611" y="5179264"/>
                </a:lnTo>
                <a:close/>
                <a:moveTo>
                  <a:pt x="1563220" y="1868103"/>
                </a:moveTo>
                <a:lnTo>
                  <a:pt x="3124115" y="3428999"/>
                </a:lnTo>
                <a:lnTo>
                  <a:pt x="3115973" y="3437141"/>
                </a:lnTo>
                <a:lnTo>
                  <a:pt x="3121593" y="3442712"/>
                </a:lnTo>
                <a:lnTo>
                  <a:pt x="1875448" y="4677667"/>
                </a:lnTo>
                <a:lnTo>
                  <a:pt x="1563220" y="4989895"/>
                </a:lnTo>
                <a:lnTo>
                  <a:pt x="1561811" y="4988487"/>
                </a:lnTo>
                <a:lnTo>
                  <a:pt x="1560797" y="4989492"/>
                </a:lnTo>
                <a:lnTo>
                  <a:pt x="0" y="3442712"/>
                </a:lnTo>
                <a:lnTo>
                  <a:pt x="8054" y="3434730"/>
                </a:lnTo>
                <a:lnTo>
                  <a:pt x="2322" y="3428999"/>
                </a:lnTo>
                <a:close/>
                <a:moveTo>
                  <a:pt x="4987795" y="1868102"/>
                </a:moveTo>
                <a:lnTo>
                  <a:pt x="6403294" y="3283601"/>
                </a:lnTo>
                <a:lnTo>
                  <a:pt x="6403294" y="3574397"/>
                </a:lnTo>
                <a:lnTo>
                  <a:pt x="4987795" y="4989895"/>
                </a:lnTo>
                <a:lnTo>
                  <a:pt x="3785796" y="3787897"/>
                </a:lnTo>
                <a:lnTo>
                  <a:pt x="3423646" y="3428999"/>
                </a:lnTo>
                <a:lnTo>
                  <a:pt x="3785722" y="3070175"/>
                </a:lnTo>
                <a:close/>
                <a:moveTo>
                  <a:pt x="3275507" y="117835"/>
                </a:moveTo>
                <a:lnTo>
                  <a:pt x="4836404" y="1678732"/>
                </a:lnTo>
                <a:lnTo>
                  <a:pt x="4831600" y="1683536"/>
                </a:lnTo>
                <a:lnTo>
                  <a:pt x="4836406" y="1688299"/>
                </a:lnTo>
                <a:lnTo>
                  <a:pt x="3770862" y="2744274"/>
                </a:lnTo>
                <a:lnTo>
                  <a:pt x="3275507" y="3239629"/>
                </a:lnTo>
                <a:lnTo>
                  <a:pt x="2757649" y="2721770"/>
                </a:lnTo>
                <a:lnTo>
                  <a:pt x="1714813" y="1688299"/>
                </a:lnTo>
                <a:lnTo>
                  <a:pt x="1719517" y="1683638"/>
                </a:lnTo>
                <a:lnTo>
                  <a:pt x="1714611" y="1678732"/>
                </a:lnTo>
                <a:close/>
                <a:moveTo>
                  <a:pt x="76856" y="0"/>
                </a:moveTo>
                <a:lnTo>
                  <a:pt x="3049581" y="0"/>
                </a:lnTo>
                <a:lnTo>
                  <a:pt x="1563220" y="1486363"/>
                </a:lnTo>
                <a:lnTo>
                  <a:pt x="1542360" y="1465502"/>
                </a:lnTo>
                <a:lnTo>
                  <a:pt x="1535292" y="1472519"/>
                </a:lnTo>
                <a:lnTo>
                  <a:pt x="60217" y="8165"/>
                </a:lnTo>
                <a:lnTo>
                  <a:pt x="85021" y="816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365576E-E879-8042-688E-33796459502E}"/>
              </a:ext>
            </a:extLst>
          </p:cNvPr>
          <p:cNvSpPr/>
          <p:nvPr/>
        </p:nvSpPr>
        <p:spPr>
          <a:xfrm rot="18900000">
            <a:off x="-1147223" y="4055870"/>
            <a:ext cx="2092719" cy="2092719"/>
          </a:xfrm>
          <a:prstGeom prst="rect">
            <a:avLst/>
          </a:prstGeom>
          <a:solidFill>
            <a:srgbClr val="95D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88C5AF-7586-9E60-8BBB-08200A5FA967}"/>
              </a:ext>
            </a:extLst>
          </p:cNvPr>
          <p:cNvSpPr/>
          <p:nvPr/>
        </p:nvSpPr>
        <p:spPr>
          <a:xfrm rot="18900000">
            <a:off x="-977453" y="4290421"/>
            <a:ext cx="1623614" cy="1623614"/>
          </a:xfrm>
          <a:prstGeom prst="rect">
            <a:avLst/>
          </a:prstGeom>
          <a:solidFill>
            <a:srgbClr val="1AA1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4002A4-BE5F-24B2-5D73-937FBF8694DE}"/>
              </a:ext>
            </a:extLst>
          </p:cNvPr>
          <p:cNvSpPr/>
          <p:nvPr/>
        </p:nvSpPr>
        <p:spPr>
          <a:xfrm rot="18900000">
            <a:off x="-717043" y="4550831"/>
            <a:ext cx="1102794" cy="1102794"/>
          </a:xfrm>
          <a:prstGeom prst="rect">
            <a:avLst/>
          </a:prstGeom>
          <a:solidFill>
            <a:srgbClr val="116B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928376510"/>
      </p:ext>
    </p:extLst>
  </p:cSld>
  <p:clrMapOvr>
    <a:masterClrMapping/>
  </p:clrMapOvr>
  <p:transition advTm="464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5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0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grpId="0" nodeType="withEffect">
                                  <p:stCondLst>
                                    <p:cond delay="2850"/>
                                  </p:stCondLst>
                                  <p:iterate type="wd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2" grpId="0" animBg="1"/>
      <p:bldP spid="56" grpId="0" animBg="1"/>
      <p:bldP spid="66" grpId="0" animBg="1"/>
      <p:bldP spid="67" grpId="0" animBg="1"/>
      <p:bldP spid="68" grpId="0" animBg="1"/>
      <p:bldP spid="24" grpId="0"/>
      <p:bldP spid="24" grpId="1"/>
      <p:bldP spid="25" grpId="0"/>
      <p:bldP spid="2" grpId="0" animBg="1"/>
      <p:bldP spid="3" grpId="0" animBg="1"/>
      <p:bldP spid="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9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heme/theme1.xml><?xml version="1.0" encoding="utf-8"?>
<a:theme xmlns:a="http://schemas.openxmlformats.org/drawingml/2006/main" name="Office Theme">
  <a:themeElements>
    <a:clrScheme name="9Slide - 2021">
      <a:dk1>
        <a:sysClr val="windowText" lastClr="000000"/>
      </a:dk1>
      <a:lt1>
        <a:sysClr val="window" lastClr="FFFFFF"/>
      </a:lt1>
      <a:dk2>
        <a:srgbClr val="092D6C"/>
      </a:dk2>
      <a:lt2>
        <a:srgbClr val="FCECD0"/>
      </a:lt2>
      <a:accent1>
        <a:srgbClr val="4FC1E9"/>
      </a:accent1>
      <a:accent2>
        <a:srgbClr val="48CFAD"/>
      </a:accent2>
      <a:accent3>
        <a:srgbClr val="A0D468"/>
      </a:accent3>
      <a:accent4>
        <a:srgbClr val="FFBD45"/>
      </a:accent4>
      <a:accent5>
        <a:srgbClr val="FC6E51"/>
      </a:accent5>
      <a:accent6>
        <a:srgbClr val="ED5565"/>
      </a:accent6>
      <a:hlink>
        <a:srgbClr val="5D9CEC"/>
      </a:hlink>
      <a:folHlink>
        <a:srgbClr val="AC92EC"/>
      </a:folHlink>
    </a:clrScheme>
    <a:fontScheme name="9Slide Fonts">
      <a:majorFont>
        <a:latin typeface="#9Slide02 Tieu de dai"/>
        <a:ea typeface=""/>
        <a:cs typeface=""/>
      </a:majorFont>
      <a:minorFont>
        <a:latin typeface="#9Slide02 Noi dung da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mtClean="0">
            <a:solidFill>
              <a:schemeClr val="tx1">
                <a:lumMod val="50000"/>
                <a:lumOff val="50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4C410E64-73D4-4894-A16A-B0A564A2C1B3}" vid="{BD11DD77-7AB8-40E7-98B4-F754939C4E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279</TotalTime>
  <Words>349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#9Slide02 Noi dung dai</vt:lpstr>
      <vt:lpstr>Arial</vt:lpstr>
      <vt:lpstr>#9Slide05 FS P22 Marcel </vt:lpstr>
      <vt:lpstr>#9Slide02 Tieu de rat dai 02</vt:lpstr>
      <vt:lpstr>#9Slide02 Tieu de dai</vt:lpstr>
      <vt:lpstr>#9Slide03 IcielUni Sans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9Slide.vn</dc:title>
  <dc:subject>9Slide.vn</dc:subject>
  <dc:creator>HP</dc:creator>
  <cp:keywords>9Slide</cp:keywords>
  <dc:description>9Slide.vn</dc:description>
  <cp:lastModifiedBy>Ngô Huệ</cp:lastModifiedBy>
  <cp:revision>3</cp:revision>
  <dcterms:created xsi:type="dcterms:W3CDTF">2024-09-09T13:56:31Z</dcterms:created>
  <dcterms:modified xsi:type="dcterms:W3CDTF">2024-09-14T05:31:10Z</dcterms:modified>
  <cp:category>9Slide.vn</cp:category>
  <cp:contentStatus>9Slide</cp:contentStatus>
</cp:coreProperties>
</file>